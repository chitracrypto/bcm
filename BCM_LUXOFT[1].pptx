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9" r:id="rId3"/>
    <p:sldId id="289" r:id="rId4"/>
    <p:sldId id="290" r:id="rId5"/>
    <p:sldId id="303" r:id="rId6"/>
    <p:sldId id="304" r:id="rId7"/>
    <p:sldId id="305" r:id="rId8"/>
    <p:sldId id="291" r:id="rId9"/>
    <p:sldId id="306" r:id="rId10"/>
    <p:sldId id="307" r:id="rId11"/>
    <p:sldId id="308" r:id="rId12"/>
    <p:sldId id="309" r:id="rId13"/>
    <p:sldId id="270" r:id="rId14"/>
    <p:sldId id="292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ghana Hebbar" initials="MH" lastIdx="1" clrIdx="0">
    <p:extLst>
      <p:ext uri="{19B8F6BF-5375-455C-9EA6-DF929625EA0E}">
        <p15:presenceInfo xmlns:p15="http://schemas.microsoft.com/office/powerpoint/2012/main" userId="0b97212071bb9f2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0066FF"/>
    <a:srgbClr val="3019D7"/>
    <a:srgbClr val="FFFFFF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42244F-879D-4CC7-86E6-86C39CC0FEDE}" v="97" dt="2025-05-15T15:38:48.0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63" autoAdjust="0"/>
    <p:restoredTop sz="94660"/>
  </p:normalViewPr>
  <p:slideViewPr>
    <p:cSldViewPr snapToGrid="0">
      <p:cViewPr varScale="1">
        <p:scale>
          <a:sx n="78" d="100"/>
          <a:sy n="78" d="100"/>
        </p:scale>
        <p:origin x="37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tra P S" userId="e31f65c162dcbfd7" providerId="LiveId" clId="{C842244F-879D-4CC7-86E6-86C39CC0FEDE}"/>
    <pc:docChg chg="undo redo custSel addSld delSld modSld sldOrd">
      <pc:chgData name="Chitra P S" userId="e31f65c162dcbfd7" providerId="LiveId" clId="{C842244F-879D-4CC7-86E6-86C39CC0FEDE}" dt="2025-05-15T15:43:10.285" v="2653" actId="20577"/>
      <pc:docMkLst>
        <pc:docMk/>
      </pc:docMkLst>
      <pc:sldChg chg="modSp mod">
        <pc:chgData name="Chitra P S" userId="e31f65c162dcbfd7" providerId="LiveId" clId="{C842244F-879D-4CC7-86E6-86C39CC0FEDE}" dt="2025-05-15T14:24:23.007" v="928" actId="20577"/>
        <pc:sldMkLst>
          <pc:docMk/>
          <pc:sldMk cId="1185898582" sldId="256"/>
        </pc:sldMkLst>
        <pc:spChg chg="mod">
          <ac:chgData name="Chitra P S" userId="e31f65c162dcbfd7" providerId="LiveId" clId="{C842244F-879D-4CC7-86E6-86C39CC0FEDE}" dt="2025-05-15T14:24:23.007" v="928" actId="20577"/>
          <ac:spMkLst>
            <pc:docMk/>
            <pc:sldMk cId="1185898582" sldId="256"/>
            <ac:spMk id="2" creationId="{F895A4BD-39B7-2B42-F268-69D691C387ED}"/>
          </ac:spMkLst>
        </pc:spChg>
      </pc:sldChg>
      <pc:sldChg chg="addSp modSp mod">
        <pc:chgData name="Chitra P S" userId="e31f65c162dcbfd7" providerId="LiveId" clId="{C842244F-879D-4CC7-86E6-86C39CC0FEDE}" dt="2025-05-15T13:58:27.188" v="267" actId="20577"/>
        <pc:sldMkLst>
          <pc:docMk/>
          <pc:sldMk cId="58717063" sldId="259"/>
        </pc:sldMkLst>
        <pc:spChg chg="mod">
          <ac:chgData name="Chitra P S" userId="e31f65c162dcbfd7" providerId="LiveId" clId="{C842244F-879D-4CC7-86E6-86C39CC0FEDE}" dt="2025-05-15T13:58:27.188" v="267" actId="20577"/>
          <ac:spMkLst>
            <pc:docMk/>
            <pc:sldMk cId="58717063" sldId="259"/>
            <ac:spMk id="2" creationId="{C06DEE7A-FE36-445B-846F-815870715A2A}"/>
          </ac:spMkLst>
        </pc:spChg>
        <pc:spChg chg="mod">
          <ac:chgData name="Chitra P S" userId="e31f65c162dcbfd7" providerId="LiveId" clId="{C842244F-879D-4CC7-86E6-86C39CC0FEDE}" dt="2025-05-15T13:57:33.786" v="257" actId="5793"/>
          <ac:spMkLst>
            <pc:docMk/>
            <pc:sldMk cId="58717063" sldId="259"/>
            <ac:spMk id="3" creationId="{9455BFAC-5FCB-4843-A484-45C17B26B6B0}"/>
          </ac:spMkLst>
        </pc:spChg>
        <pc:spChg chg="mod">
          <ac:chgData name="Chitra P S" userId="e31f65c162dcbfd7" providerId="LiveId" clId="{C842244F-879D-4CC7-86E6-86C39CC0FEDE}" dt="2025-05-15T13:57:53.994" v="259" actId="207"/>
          <ac:spMkLst>
            <pc:docMk/>
            <pc:sldMk cId="58717063" sldId="259"/>
            <ac:spMk id="4" creationId="{52AE4ACC-F715-6FAE-8C69-6C16E0E9E3DA}"/>
          </ac:spMkLst>
        </pc:spChg>
        <pc:spChg chg="add mod">
          <ac:chgData name="Chitra P S" userId="e31f65c162dcbfd7" providerId="LiveId" clId="{C842244F-879D-4CC7-86E6-86C39CC0FEDE}" dt="2025-05-15T13:52:41.667" v="32" actId="207"/>
          <ac:spMkLst>
            <pc:docMk/>
            <pc:sldMk cId="58717063" sldId="259"/>
            <ac:spMk id="8" creationId="{C38C55F3-565B-94DE-4B2C-995484E37A42}"/>
          </ac:spMkLst>
        </pc:spChg>
        <pc:spChg chg="add mod">
          <ac:chgData name="Chitra P S" userId="e31f65c162dcbfd7" providerId="LiveId" clId="{C842244F-879D-4CC7-86E6-86C39CC0FEDE}" dt="2025-05-15T13:51:45.063" v="17" actId="571"/>
          <ac:spMkLst>
            <pc:docMk/>
            <pc:sldMk cId="58717063" sldId="259"/>
            <ac:spMk id="9" creationId="{2E7AE127-0730-271C-A2EE-23DA65556C10}"/>
          </ac:spMkLst>
        </pc:spChg>
      </pc:sldChg>
      <pc:sldChg chg="delSp mod ord">
        <pc:chgData name="Chitra P S" userId="e31f65c162dcbfd7" providerId="LiveId" clId="{C842244F-879D-4CC7-86E6-86C39CC0FEDE}" dt="2025-05-15T15:40:03.012" v="2649" actId="478"/>
        <pc:sldMkLst>
          <pc:docMk/>
          <pc:sldMk cId="3471638244" sldId="270"/>
        </pc:sldMkLst>
        <pc:spChg chg="del">
          <ac:chgData name="Chitra P S" userId="e31f65c162dcbfd7" providerId="LiveId" clId="{C842244F-879D-4CC7-86E6-86C39CC0FEDE}" dt="2025-05-15T15:40:03.012" v="2649" actId="478"/>
          <ac:spMkLst>
            <pc:docMk/>
            <pc:sldMk cId="3471638244" sldId="270"/>
            <ac:spMk id="4" creationId="{902627EF-6C14-4160-95E5-C86AA416FCCD}"/>
          </ac:spMkLst>
        </pc:spChg>
      </pc:sldChg>
      <pc:sldChg chg="addSp delSp modSp mod">
        <pc:chgData name="Chitra P S" userId="e31f65c162dcbfd7" providerId="LiveId" clId="{C842244F-879D-4CC7-86E6-86C39CC0FEDE}" dt="2025-05-15T15:43:10.285" v="2653" actId="20577"/>
        <pc:sldMkLst>
          <pc:docMk/>
          <pc:sldMk cId="3928422026" sldId="289"/>
        </pc:sldMkLst>
        <pc:spChg chg="mod">
          <ac:chgData name="Chitra P S" userId="e31f65c162dcbfd7" providerId="LiveId" clId="{C842244F-879D-4CC7-86E6-86C39CC0FEDE}" dt="2025-05-15T14:04:10.369" v="295" actId="20577"/>
          <ac:spMkLst>
            <pc:docMk/>
            <pc:sldMk cId="3928422026" sldId="289"/>
            <ac:spMk id="2" creationId="{D69ED110-92BE-5BC6-5713-9108334918EB}"/>
          </ac:spMkLst>
        </pc:spChg>
        <pc:spChg chg="add mod">
          <ac:chgData name="Chitra P S" userId="e31f65c162dcbfd7" providerId="LiveId" clId="{C842244F-879D-4CC7-86E6-86C39CC0FEDE}" dt="2025-05-15T14:43:40.819" v="1062" actId="255"/>
          <ac:spMkLst>
            <pc:docMk/>
            <pc:sldMk cId="3928422026" sldId="289"/>
            <ac:spMk id="3" creationId="{9B7186D2-8180-B04A-3E14-604967378038}"/>
          </ac:spMkLst>
        </pc:spChg>
        <pc:spChg chg="del">
          <ac:chgData name="Chitra P S" userId="e31f65c162dcbfd7" providerId="LiveId" clId="{C842244F-879D-4CC7-86E6-86C39CC0FEDE}" dt="2025-05-15T14:04:35.613" v="296" actId="478"/>
          <ac:spMkLst>
            <pc:docMk/>
            <pc:sldMk cId="3928422026" sldId="289"/>
            <ac:spMk id="4" creationId="{42D19C02-4D78-EF83-D844-EB58B5347AC8}"/>
          </ac:spMkLst>
        </pc:spChg>
        <pc:spChg chg="del">
          <ac:chgData name="Chitra P S" userId="e31f65c162dcbfd7" providerId="LiveId" clId="{C842244F-879D-4CC7-86E6-86C39CC0FEDE}" dt="2025-05-15T14:52:47.220" v="1072" actId="478"/>
          <ac:spMkLst>
            <pc:docMk/>
            <pc:sldMk cId="3928422026" sldId="289"/>
            <ac:spMk id="5" creationId="{23EFA953-1D7D-4A26-533B-A8E76FD8544F}"/>
          </ac:spMkLst>
        </pc:spChg>
        <pc:spChg chg="add mod">
          <ac:chgData name="Chitra P S" userId="e31f65c162dcbfd7" providerId="LiveId" clId="{C842244F-879D-4CC7-86E6-86C39CC0FEDE}" dt="2025-05-15T14:44:05.546" v="1063" actId="255"/>
          <ac:spMkLst>
            <pc:docMk/>
            <pc:sldMk cId="3928422026" sldId="289"/>
            <ac:spMk id="6" creationId="{92888A41-E6B4-016B-8D5D-FE96F3AE13D4}"/>
          </ac:spMkLst>
        </pc:spChg>
        <pc:spChg chg="del mod">
          <ac:chgData name="Chitra P S" userId="e31f65c162dcbfd7" providerId="LiveId" clId="{C842244F-879D-4CC7-86E6-86C39CC0FEDE}" dt="2025-05-15T14:26:09.007" v="930" actId="478"/>
          <ac:spMkLst>
            <pc:docMk/>
            <pc:sldMk cId="3928422026" sldId="289"/>
            <ac:spMk id="7" creationId="{382873E4-5E0E-22D3-618F-9A9DD0FA1085}"/>
          </ac:spMkLst>
        </pc:spChg>
        <pc:spChg chg="add mod">
          <ac:chgData name="Chitra P S" userId="e31f65c162dcbfd7" providerId="LiveId" clId="{C842244F-879D-4CC7-86E6-86C39CC0FEDE}" dt="2025-05-15T15:43:10.285" v="2653" actId="20577"/>
          <ac:spMkLst>
            <pc:docMk/>
            <pc:sldMk cId="3928422026" sldId="289"/>
            <ac:spMk id="11" creationId="{9D9D92C3-6C90-D010-6F9A-144993FA07C1}"/>
          </ac:spMkLst>
        </pc:spChg>
        <pc:spChg chg="add mod">
          <ac:chgData name="Chitra P S" userId="e31f65c162dcbfd7" providerId="LiveId" clId="{C842244F-879D-4CC7-86E6-86C39CC0FEDE}" dt="2025-05-15T15:01:50.888" v="1115" actId="20577"/>
          <ac:spMkLst>
            <pc:docMk/>
            <pc:sldMk cId="3928422026" sldId="289"/>
            <ac:spMk id="12" creationId="{457D0AE5-658A-BFC0-92CE-053908E7620B}"/>
          </ac:spMkLst>
        </pc:spChg>
        <pc:spChg chg="add mod">
          <ac:chgData name="Chitra P S" userId="e31f65c162dcbfd7" providerId="LiveId" clId="{C842244F-879D-4CC7-86E6-86C39CC0FEDE}" dt="2025-05-15T15:02:09.722" v="1143" actId="20577"/>
          <ac:spMkLst>
            <pc:docMk/>
            <pc:sldMk cId="3928422026" sldId="289"/>
            <ac:spMk id="13" creationId="{0285F091-D6BB-A5A4-ADA2-B9AC35E97ACA}"/>
          </ac:spMkLst>
        </pc:spChg>
        <pc:spChg chg="add mod">
          <ac:chgData name="Chitra P S" userId="e31f65c162dcbfd7" providerId="LiveId" clId="{C842244F-879D-4CC7-86E6-86C39CC0FEDE}" dt="2025-05-15T15:02:29.533" v="1176" actId="20577"/>
          <ac:spMkLst>
            <pc:docMk/>
            <pc:sldMk cId="3928422026" sldId="289"/>
            <ac:spMk id="14" creationId="{D15F57D0-DB2E-27BF-9333-03FF61F1ABBB}"/>
          </ac:spMkLst>
        </pc:spChg>
        <pc:spChg chg="add mod">
          <ac:chgData name="Chitra P S" userId="e31f65c162dcbfd7" providerId="LiveId" clId="{C842244F-879D-4CC7-86E6-86C39CC0FEDE}" dt="2025-05-15T15:03:03.598" v="1198" actId="20577"/>
          <ac:spMkLst>
            <pc:docMk/>
            <pc:sldMk cId="3928422026" sldId="289"/>
            <ac:spMk id="15" creationId="{FFB9BF2E-D32C-807B-AA49-606DD6D1CBC4}"/>
          </ac:spMkLst>
        </pc:spChg>
        <pc:spChg chg="add mod">
          <ac:chgData name="Chitra P S" userId="e31f65c162dcbfd7" providerId="LiveId" clId="{C842244F-879D-4CC7-86E6-86C39CC0FEDE}" dt="2025-05-15T15:03:41.365" v="1228" actId="20577"/>
          <ac:spMkLst>
            <pc:docMk/>
            <pc:sldMk cId="3928422026" sldId="289"/>
            <ac:spMk id="16" creationId="{16A1CBEA-CAB8-5226-7965-61982160CF3A}"/>
          </ac:spMkLst>
        </pc:spChg>
        <pc:spChg chg="add mod">
          <ac:chgData name="Chitra P S" userId="e31f65c162dcbfd7" providerId="LiveId" clId="{C842244F-879D-4CC7-86E6-86C39CC0FEDE}" dt="2025-05-15T15:04:01.959" v="1262" actId="20577"/>
          <ac:spMkLst>
            <pc:docMk/>
            <pc:sldMk cId="3928422026" sldId="289"/>
            <ac:spMk id="17" creationId="{78B18682-8A9A-AC67-4305-D118FF02EAEA}"/>
          </ac:spMkLst>
        </pc:spChg>
        <pc:spChg chg="add mod">
          <ac:chgData name="Chitra P S" userId="e31f65c162dcbfd7" providerId="LiveId" clId="{C842244F-879D-4CC7-86E6-86C39CC0FEDE}" dt="2025-05-15T15:04:34.360" v="1290" actId="20577"/>
          <ac:spMkLst>
            <pc:docMk/>
            <pc:sldMk cId="3928422026" sldId="289"/>
            <ac:spMk id="18" creationId="{EADDBD8F-F303-83E7-771B-38247445F045}"/>
          </ac:spMkLst>
        </pc:spChg>
        <pc:spChg chg="add mod">
          <ac:chgData name="Chitra P S" userId="e31f65c162dcbfd7" providerId="LiveId" clId="{C842244F-879D-4CC7-86E6-86C39CC0FEDE}" dt="2025-05-15T15:04:53.715" v="1320" actId="20577"/>
          <ac:spMkLst>
            <pc:docMk/>
            <pc:sldMk cId="3928422026" sldId="289"/>
            <ac:spMk id="19" creationId="{F25591F4-1C7A-0A09-E207-93E483EC1503}"/>
          </ac:spMkLst>
        </pc:spChg>
        <pc:spChg chg="add mod">
          <ac:chgData name="Chitra P S" userId="e31f65c162dcbfd7" providerId="LiveId" clId="{C842244F-879D-4CC7-86E6-86C39CC0FEDE}" dt="2025-05-15T15:05:15.732" v="1352" actId="20577"/>
          <ac:spMkLst>
            <pc:docMk/>
            <pc:sldMk cId="3928422026" sldId="289"/>
            <ac:spMk id="20" creationId="{B55ACF57-BB21-A22E-CD2F-3709B4ED645E}"/>
          </ac:spMkLst>
        </pc:spChg>
        <pc:spChg chg="add mod">
          <ac:chgData name="Chitra P S" userId="e31f65c162dcbfd7" providerId="LiveId" clId="{C842244F-879D-4CC7-86E6-86C39CC0FEDE}" dt="2025-05-15T15:05:45.620" v="1372" actId="20577"/>
          <ac:spMkLst>
            <pc:docMk/>
            <pc:sldMk cId="3928422026" sldId="289"/>
            <ac:spMk id="21" creationId="{E59A587C-398D-E5A0-E45A-EA59D0499F2F}"/>
          </ac:spMkLst>
        </pc:spChg>
        <pc:spChg chg="add mod">
          <ac:chgData name="Chitra P S" userId="e31f65c162dcbfd7" providerId="LiveId" clId="{C842244F-879D-4CC7-86E6-86C39CC0FEDE}" dt="2025-05-15T14:30:26.115" v="967"/>
          <ac:spMkLst>
            <pc:docMk/>
            <pc:sldMk cId="3928422026" sldId="289"/>
            <ac:spMk id="22" creationId="{1C613A6A-6BC9-1437-073E-2DD576E6E9FE}"/>
          </ac:spMkLst>
        </pc:spChg>
        <pc:spChg chg="add mod">
          <ac:chgData name="Chitra P S" userId="e31f65c162dcbfd7" providerId="LiveId" clId="{C842244F-879D-4CC7-86E6-86C39CC0FEDE}" dt="2025-05-15T15:06:18.095" v="1387" actId="255"/>
          <ac:spMkLst>
            <pc:docMk/>
            <pc:sldMk cId="3928422026" sldId="289"/>
            <ac:spMk id="23" creationId="{18CA6659-D0B5-0946-DECB-7E966F180A34}"/>
          </ac:spMkLst>
        </pc:spChg>
        <pc:spChg chg="add mod">
          <ac:chgData name="Chitra P S" userId="e31f65c162dcbfd7" providerId="LiveId" clId="{C842244F-879D-4CC7-86E6-86C39CC0FEDE}" dt="2025-05-15T15:06:31.468" v="1397" actId="20577"/>
          <ac:spMkLst>
            <pc:docMk/>
            <pc:sldMk cId="3928422026" sldId="289"/>
            <ac:spMk id="24" creationId="{3BFBF84A-55B3-FB38-D6ED-D48E9F0F0B30}"/>
          </ac:spMkLst>
        </pc:spChg>
        <pc:spChg chg="add mod">
          <ac:chgData name="Chitra P S" userId="e31f65c162dcbfd7" providerId="LiveId" clId="{C842244F-879D-4CC7-86E6-86C39CC0FEDE}" dt="2025-05-15T15:07:02.014" v="1413" actId="20577"/>
          <ac:spMkLst>
            <pc:docMk/>
            <pc:sldMk cId="3928422026" sldId="289"/>
            <ac:spMk id="25" creationId="{DE38CF98-8DED-DC69-656A-307B128CE6CB}"/>
          </ac:spMkLst>
        </pc:spChg>
        <pc:spChg chg="add mod">
          <ac:chgData name="Chitra P S" userId="e31f65c162dcbfd7" providerId="LiveId" clId="{C842244F-879D-4CC7-86E6-86C39CC0FEDE}" dt="2025-05-15T15:07:21.900" v="1430" actId="20577"/>
          <ac:spMkLst>
            <pc:docMk/>
            <pc:sldMk cId="3928422026" sldId="289"/>
            <ac:spMk id="26" creationId="{F46D1BF9-4089-9222-B46D-394AD1031012}"/>
          </ac:spMkLst>
        </pc:spChg>
        <pc:spChg chg="add mod">
          <ac:chgData name="Chitra P S" userId="e31f65c162dcbfd7" providerId="LiveId" clId="{C842244F-879D-4CC7-86E6-86C39CC0FEDE}" dt="2025-05-15T15:07:35.442" v="1443" actId="20577"/>
          <ac:spMkLst>
            <pc:docMk/>
            <pc:sldMk cId="3928422026" sldId="289"/>
            <ac:spMk id="36" creationId="{0BA009EF-6C4E-38BE-B87B-DFB7791D3AF7}"/>
          </ac:spMkLst>
        </pc:spChg>
        <pc:spChg chg="add mod">
          <ac:chgData name="Chitra P S" userId="e31f65c162dcbfd7" providerId="LiveId" clId="{C842244F-879D-4CC7-86E6-86C39CC0FEDE}" dt="2025-05-15T14:59:09.234" v="1078" actId="208"/>
          <ac:spMkLst>
            <pc:docMk/>
            <pc:sldMk cId="3928422026" sldId="289"/>
            <ac:spMk id="37" creationId="{82938183-7828-94D9-801E-282FF41D5790}"/>
          </ac:spMkLst>
        </pc:spChg>
        <pc:spChg chg="add mod">
          <ac:chgData name="Chitra P S" userId="e31f65c162dcbfd7" providerId="LiveId" clId="{C842244F-879D-4CC7-86E6-86C39CC0FEDE}" dt="2025-05-15T14:59:09.234" v="1078" actId="208"/>
          <ac:spMkLst>
            <pc:docMk/>
            <pc:sldMk cId="3928422026" sldId="289"/>
            <ac:spMk id="38" creationId="{E7E31FF0-356C-B45A-7166-BB753C5EA2CA}"/>
          </ac:spMkLst>
        </pc:spChg>
        <pc:spChg chg="add mod">
          <ac:chgData name="Chitra P S" userId="e31f65c162dcbfd7" providerId="LiveId" clId="{C842244F-879D-4CC7-86E6-86C39CC0FEDE}" dt="2025-05-15T14:59:09.234" v="1078" actId="208"/>
          <ac:spMkLst>
            <pc:docMk/>
            <pc:sldMk cId="3928422026" sldId="289"/>
            <ac:spMk id="39" creationId="{BA00FFCE-2250-DB43-864E-E0DD7A6252FF}"/>
          </ac:spMkLst>
        </pc:spChg>
        <pc:spChg chg="add mod">
          <ac:chgData name="Chitra P S" userId="e31f65c162dcbfd7" providerId="LiveId" clId="{C842244F-879D-4CC7-86E6-86C39CC0FEDE}" dt="2025-05-15T14:57:50.160" v="1075" actId="208"/>
          <ac:spMkLst>
            <pc:docMk/>
            <pc:sldMk cId="3928422026" sldId="289"/>
            <ac:spMk id="40" creationId="{26DB38A0-2D79-A8AA-5EA1-249A3D6CEE78}"/>
          </ac:spMkLst>
        </pc:spChg>
        <pc:spChg chg="add mod">
          <ac:chgData name="Chitra P S" userId="e31f65c162dcbfd7" providerId="LiveId" clId="{C842244F-879D-4CC7-86E6-86C39CC0FEDE}" dt="2025-05-15T14:58:31.353" v="1076" actId="208"/>
          <ac:spMkLst>
            <pc:docMk/>
            <pc:sldMk cId="3928422026" sldId="289"/>
            <ac:spMk id="41" creationId="{57D2FFBB-8A7F-C3BC-FBAB-F7E20B89C865}"/>
          </ac:spMkLst>
        </pc:spChg>
        <pc:spChg chg="add mod">
          <ac:chgData name="Chitra P S" userId="e31f65c162dcbfd7" providerId="LiveId" clId="{C842244F-879D-4CC7-86E6-86C39CC0FEDE}" dt="2025-05-15T14:41:41.422" v="1058" actId="14100"/>
          <ac:spMkLst>
            <pc:docMk/>
            <pc:sldMk cId="3928422026" sldId="289"/>
            <ac:spMk id="42" creationId="{9BC0B174-9BD3-3C37-3AE6-74FCF219E02F}"/>
          </ac:spMkLst>
        </pc:spChg>
        <pc:spChg chg="add mod">
          <ac:chgData name="Chitra P S" userId="e31f65c162dcbfd7" providerId="LiveId" clId="{C842244F-879D-4CC7-86E6-86C39CC0FEDE}" dt="2025-05-15T14:58:31.353" v="1076" actId="208"/>
          <ac:spMkLst>
            <pc:docMk/>
            <pc:sldMk cId="3928422026" sldId="289"/>
            <ac:spMk id="43" creationId="{09F61D72-C3C9-B90F-90C4-9250FA8FA74C}"/>
          </ac:spMkLst>
        </pc:spChg>
        <pc:spChg chg="add mod">
          <ac:chgData name="Chitra P S" userId="e31f65c162dcbfd7" providerId="LiveId" clId="{C842244F-879D-4CC7-86E6-86C39CC0FEDE}" dt="2025-05-15T14:52:03.286" v="1070" actId="339"/>
          <ac:spMkLst>
            <pc:docMk/>
            <pc:sldMk cId="3928422026" sldId="289"/>
            <ac:spMk id="44" creationId="{EF5B1496-77EF-EF69-F418-1977653508C5}"/>
          </ac:spMkLst>
        </pc:spChg>
        <pc:spChg chg="add mod">
          <ac:chgData name="Chitra P S" userId="e31f65c162dcbfd7" providerId="LiveId" clId="{C842244F-879D-4CC7-86E6-86C39CC0FEDE}" dt="2025-05-15T14:58:31.353" v="1076" actId="208"/>
          <ac:spMkLst>
            <pc:docMk/>
            <pc:sldMk cId="3928422026" sldId="289"/>
            <ac:spMk id="45" creationId="{4C95CFFE-2220-581E-56DD-1CCC5DFCDBAC}"/>
          </ac:spMkLst>
        </pc:spChg>
        <pc:spChg chg="add mod">
          <ac:chgData name="Chitra P S" userId="e31f65c162dcbfd7" providerId="LiveId" clId="{C842244F-879D-4CC7-86E6-86C39CC0FEDE}" dt="2025-05-15T14:58:31.353" v="1076" actId="208"/>
          <ac:spMkLst>
            <pc:docMk/>
            <pc:sldMk cId="3928422026" sldId="289"/>
            <ac:spMk id="46" creationId="{55D879B4-4E6E-4BD2-2484-87CEA2D6C253}"/>
          </ac:spMkLst>
        </pc:spChg>
        <pc:spChg chg="add mod">
          <ac:chgData name="Chitra P S" userId="e31f65c162dcbfd7" providerId="LiveId" clId="{C842244F-879D-4CC7-86E6-86C39CC0FEDE}" dt="2025-05-15T14:37:55.080" v="1025" actId="1076"/>
          <ac:spMkLst>
            <pc:docMk/>
            <pc:sldMk cId="3928422026" sldId="289"/>
            <ac:spMk id="47" creationId="{44D4906D-5845-DE93-0B1A-85061BD61D14}"/>
          </ac:spMkLst>
        </pc:spChg>
        <pc:spChg chg="add mod">
          <ac:chgData name="Chitra P S" userId="e31f65c162dcbfd7" providerId="LiveId" clId="{C842244F-879D-4CC7-86E6-86C39CC0FEDE}" dt="2025-05-15T14:58:31.353" v="1076" actId="208"/>
          <ac:spMkLst>
            <pc:docMk/>
            <pc:sldMk cId="3928422026" sldId="289"/>
            <ac:spMk id="48" creationId="{6164E781-8E6C-4F19-A8F6-18742EBF174B}"/>
          </ac:spMkLst>
        </pc:spChg>
        <pc:spChg chg="add mod">
          <ac:chgData name="Chitra P S" userId="e31f65c162dcbfd7" providerId="LiveId" clId="{C842244F-879D-4CC7-86E6-86C39CC0FEDE}" dt="2025-05-15T14:58:31.353" v="1076" actId="208"/>
          <ac:spMkLst>
            <pc:docMk/>
            <pc:sldMk cId="3928422026" sldId="289"/>
            <ac:spMk id="49" creationId="{2226C26F-6ABB-2231-0468-4777573EFA64}"/>
          </ac:spMkLst>
        </pc:spChg>
        <pc:spChg chg="add mod">
          <ac:chgData name="Chitra P S" userId="e31f65c162dcbfd7" providerId="LiveId" clId="{C842244F-879D-4CC7-86E6-86C39CC0FEDE}" dt="2025-05-15T14:58:31.353" v="1076" actId="208"/>
          <ac:spMkLst>
            <pc:docMk/>
            <pc:sldMk cId="3928422026" sldId="289"/>
            <ac:spMk id="50" creationId="{E18AF67F-A43D-AD21-5861-9D6C338FDA50}"/>
          </ac:spMkLst>
        </pc:spChg>
        <pc:spChg chg="add mod">
          <ac:chgData name="Chitra P S" userId="e31f65c162dcbfd7" providerId="LiveId" clId="{C842244F-879D-4CC7-86E6-86C39CC0FEDE}" dt="2025-05-15T14:58:31.353" v="1076" actId="208"/>
          <ac:spMkLst>
            <pc:docMk/>
            <pc:sldMk cId="3928422026" sldId="289"/>
            <ac:spMk id="51" creationId="{BF7CE1CA-DFFA-DEF7-D96F-80CF66547C46}"/>
          </ac:spMkLst>
        </pc:spChg>
        <pc:spChg chg="add mod">
          <ac:chgData name="Chitra P S" userId="e31f65c162dcbfd7" providerId="LiveId" clId="{C842244F-879D-4CC7-86E6-86C39CC0FEDE}" dt="2025-05-15T14:58:31.353" v="1076" actId="208"/>
          <ac:spMkLst>
            <pc:docMk/>
            <pc:sldMk cId="3928422026" sldId="289"/>
            <ac:spMk id="52" creationId="{CE59BA76-A8F0-D27F-EEA1-8165E0475248}"/>
          </ac:spMkLst>
        </pc:spChg>
        <pc:spChg chg="add mod">
          <ac:chgData name="Chitra P S" userId="e31f65c162dcbfd7" providerId="LiveId" clId="{C842244F-879D-4CC7-86E6-86C39CC0FEDE}" dt="2025-05-15T14:58:31.353" v="1076" actId="208"/>
          <ac:spMkLst>
            <pc:docMk/>
            <pc:sldMk cId="3928422026" sldId="289"/>
            <ac:spMk id="53" creationId="{2E2E57E7-C9FD-33D9-F737-6DE937F20D16}"/>
          </ac:spMkLst>
        </pc:spChg>
        <pc:grpChg chg="del">
          <ac:chgData name="Chitra P S" userId="e31f65c162dcbfd7" providerId="LiveId" clId="{C842244F-879D-4CC7-86E6-86C39CC0FEDE}" dt="2025-05-15T14:03:11.241" v="268" actId="478"/>
          <ac:grpSpMkLst>
            <pc:docMk/>
            <pc:sldMk cId="3928422026" sldId="289"/>
            <ac:grpSpMk id="27" creationId="{AE42C9CD-C5A9-6834-EE56-4267C8A3AC8B}"/>
          </ac:grpSpMkLst>
        </pc:grpChg>
      </pc:sldChg>
      <pc:sldChg chg="addSp delSp modSp mod">
        <pc:chgData name="Chitra P S" userId="e31f65c162dcbfd7" providerId="LiveId" clId="{C842244F-879D-4CC7-86E6-86C39CC0FEDE}" dt="2025-05-15T15:10:17.391" v="1636" actId="20577"/>
        <pc:sldMkLst>
          <pc:docMk/>
          <pc:sldMk cId="577024740" sldId="290"/>
        </pc:sldMkLst>
        <pc:spChg chg="mod">
          <ac:chgData name="Chitra P S" userId="e31f65c162dcbfd7" providerId="LiveId" clId="{C842244F-879D-4CC7-86E6-86C39CC0FEDE}" dt="2025-05-15T14:17:30.781" v="909" actId="1076"/>
          <ac:spMkLst>
            <pc:docMk/>
            <pc:sldMk cId="577024740" sldId="290"/>
            <ac:spMk id="2" creationId="{E68C06A7-79FB-4432-15A3-BB67D22E5CB5}"/>
          </ac:spMkLst>
        </pc:spChg>
        <pc:spChg chg="add mod">
          <ac:chgData name="Chitra P S" userId="e31f65c162dcbfd7" providerId="LiveId" clId="{C842244F-879D-4CC7-86E6-86C39CC0FEDE}" dt="2025-05-15T14:15:29.770" v="850" actId="207"/>
          <ac:spMkLst>
            <pc:docMk/>
            <pc:sldMk cId="577024740" sldId="290"/>
            <ac:spMk id="3" creationId="{5B6304E3-F42D-03EF-8173-29A049E6F11E}"/>
          </ac:spMkLst>
        </pc:spChg>
        <pc:spChg chg="del">
          <ac:chgData name="Chitra P S" userId="e31f65c162dcbfd7" providerId="LiveId" clId="{C842244F-879D-4CC7-86E6-86C39CC0FEDE}" dt="2025-05-15T14:13:31.055" v="847" actId="478"/>
          <ac:spMkLst>
            <pc:docMk/>
            <pc:sldMk cId="577024740" sldId="290"/>
            <ac:spMk id="4" creationId="{0F2F2A82-8EDD-05C3-434F-D7A9ED7A14E8}"/>
          </ac:spMkLst>
        </pc:spChg>
        <pc:spChg chg="add mod">
          <ac:chgData name="Chitra P S" userId="e31f65c162dcbfd7" providerId="LiveId" clId="{C842244F-879D-4CC7-86E6-86C39CC0FEDE}" dt="2025-05-15T14:15:16.224" v="849"/>
          <ac:spMkLst>
            <pc:docMk/>
            <pc:sldMk cId="577024740" sldId="290"/>
            <ac:spMk id="6" creationId="{DE2A743D-6D8B-8DEB-A66C-9EA7962ACB1A}"/>
          </ac:spMkLst>
        </pc:spChg>
        <pc:spChg chg="mod">
          <ac:chgData name="Chitra P S" userId="e31f65c162dcbfd7" providerId="LiveId" clId="{C842244F-879D-4CC7-86E6-86C39CC0FEDE}" dt="2025-05-15T15:10:17.391" v="1636" actId="20577"/>
          <ac:spMkLst>
            <pc:docMk/>
            <pc:sldMk cId="577024740" sldId="290"/>
            <ac:spMk id="7" creationId="{0D30BDE9-BA05-E19D-35BF-A9429305FCCC}"/>
          </ac:spMkLst>
        </pc:spChg>
        <pc:grpChg chg="del">
          <ac:chgData name="Chitra P S" userId="e31f65c162dcbfd7" providerId="LiveId" clId="{C842244F-879D-4CC7-86E6-86C39CC0FEDE}" dt="2025-05-15T14:15:15.217" v="848" actId="478"/>
          <ac:grpSpMkLst>
            <pc:docMk/>
            <pc:sldMk cId="577024740" sldId="290"/>
            <ac:grpSpMk id="8" creationId="{316DB243-560B-12F3-FF3E-71EB46FB57B4}"/>
          </ac:grpSpMkLst>
        </pc:grpChg>
      </pc:sldChg>
      <pc:sldChg chg="addSp delSp modSp mod">
        <pc:chgData name="Chitra P S" userId="e31f65c162dcbfd7" providerId="LiveId" clId="{C842244F-879D-4CC7-86E6-86C39CC0FEDE}" dt="2025-05-15T15:27:26.855" v="2253" actId="20577"/>
        <pc:sldMkLst>
          <pc:docMk/>
          <pc:sldMk cId="1013504091" sldId="291"/>
        </pc:sldMkLst>
        <pc:spChg chg="del">
          <ac:chgData name="Chitra P S" userId="e31f65c162dcbfd7" providerId="LiveId" clId="{C842244F-879D-4CC7-86E6-86C39CC0FEDE}" dt="2025-05-15T15:23:29.476" v="2074" actId="478"/>
          <ac:spMkLst>
            <pc:docMk/>
            <pc:sldMk cId="1013504091" sldId="291"/>
            <ac:spMk id="2" creationId="{1F4A923C-37F9-DA5C-5F3C-99291DE083D4}"/>
          </ac:spMkLst>
        </pc:spChg>
        <pc:spChg chg="del">
          <ac:chgData name="Chitra P S" userId="e31f65c162dcbfd7" providerId="LiveId" clId="{C842244F-879D-4CC7-86E6-86C39CC0FEDE}" dt="2025-05-15T15:23:29.476" v="2074" actId="478"/>
          <ac:spMkLst>
            <pc:docMk/>
            <pc:sldMk cId="1013504091" sldId="291"/>
            <ac:spMk id="3" creationId="{8FC65F87-EFFC-FEB9-6DCC-F27421F04FC5}"/>
          </ac:spMkLst>
        </pc:spChg>
        <pc:spChg chg="del">
          <ac:chgData name="Chitra P S" userId="e31f65c162dcbfd7" providerId="LiveId" clId="{C842244F-879D-4CC7-86E6-86C39CC0FEDE}" dt="2025-05-15T15:24:09.122" v="2078" actId="478"/>
          <ac:spMkLst>
            <pc:docMk/>
            <pc:sldMk cId="1013504091" sldId="291"/>
            <ac:spMk id="4" creationId="{29D2BA25-D366-6509-37D6-C3D4C0A4BAED}"/>
          </ac:spMkLst>
        </pc:spChg>
        <pc:spChg chg="add del mod">
          <ac:chgData name="Chitra P S" userId="e31f65c162dcbfd7" providerId="LiveId" clId="{C842244F-879D-4CC7-86E6-86C39CC0FEDE}" dt="2025-05-15T15:23:36.951" v="2076" actId="478"/>
          <ac:spMkLst>
            <pc:docMk/>
            <pc:sldMk cId="1013504091" sldId="291"/>
            <ac:spMk id="7" creationId="{FC2722FA-2917-9C99-DECE-1A19537C9570}"/>
          </ac:spMkLst>
        </pc:spChg>
        <pc:spChg chg="add del mod">
          <ac:chgData name="Chitra P S" userId="e31f65c162dcbfd7" providerId="LiveId" clId="{C842244F-879D-4CC7-86E6-86C39CC0FEDE}" dt="2025-05-15T15:24:06.211" v="2077" actId="478"/>
          <ac:spMkLst>
            <pc:docMk/>
            <pc:sldMk cId="1013504091" sldId="291"/>
            <ac:spMk id="15" creationId="{951BFA34-ADF6-96ED-D8AD-0A272688D622}"/>
          </ac:spMkLst>
        </pc:spChg>
        <pc:spChg chg="add mod">
          <ac:chgData name="Chitra P S" userId="e31f65c162dcbfd7" providerId="LiveId" clId="{C842244F-879D-4CC7-86E6-86C39CC0FEDE}" dt="2025-05-15T15:24:38.681" v="2108" actId="20577"/>
          <ac:spMkLst>
            <pc:docMk/>
            <pc:sldMk cId="1013504091" sldId="291"/>
            <ac:spMk id="16" creationId="{D405C1D8-F150-2F9F-0C8C-36456F42FD74}"/>
          </ac:spMkLst>
        </pc:spChg>
        <pc:spChg chg="add mod">
          <ac:chgData name="Chitra P S" userId="e31f65c162dcbfd7" providerId="LiveId" clId="{C842244F-879D-4CC7-86E6-86C39CC0FEDE}" dt="2025-05-15T15:27:26.855" v="2253" actId="20577"/>
          <ac:spMkLst>
            <pc:docMk/>
            <pc:sldMk cId="1013504091" sldId="291"/>
            <ac:spMk id="17" creationId="{006BDE63-6008-78CB-F2C3-E64D407BB257}"/>
          </ac:spMkLst>
        </pc:spChg>
        <pc:spChg chg="add mod">
          <ac:chgData name="Chitra P S" userId="e31f65c162dcbfd7" providerId="LiveId" clId="{C842244F-879D-4CC7-86E6-86C39CC0FEDE}" dt="2025-05-15T15:24:11.801" v="2079"/>
          <ac:spMkLst>
            <pc:docMk/>
            <pc:sldMk cId="1013504091" sldId="291"/>
            <ac:spMk id="18" creationId="{1C888133-73FC-B001-9532-E4C3C24BB596}"/>
          </ac:spMkLst>
        </pc:spChg>
        <pc:spChg chg="add mod">
          <ac:chgData name="Chitra P S" userId="e31f65c162dcbfd7" providerId="LiveId" clId="{C842244F-879D-4CC7-86E6-86C39CC0FEDE}" dt="2025-05-15T15:24:11.801" v="2079"/>
          <ac:spMkLst>
            <pc:docMk/>
            <pc:sldMk cId="1013504091" sldId="291"/>
            <ac:spMk id="19" creationId="{1E508F04-1595-03CD-3C08-246A7D169E9F}"/>
          </ac:spMkLst>
        </pc:spChg>
        <pc:grpChg chg="del">
          <ac:chgData name="Chitra P S" userId="e31f65c162dcbfd7" providerId="LiveId" clId="{C842244F-879D-4CC7-86E6-86C39CC0FEDE}" dt="2025-05-15T15:23:34.012" v="2075" actId="478"/>
          <ac:grpSpMkLst>
            <pc:docMk/>
            <pc:sldMk cId="1013504091" sldId="291"/>
            <ac:grpSpMk id="8" creationId="{87070C37-C67C-A5E3-939A-3823A2F96281}"/>
          </ac:grpSpMkLst>
        </pc:grpChg>
      </pc:sldChg>
      <pc:sldChg chg="modSp add mod">
        <pc:chgData name="Chitra P S" userId="e31f65c162dcbfd7" providerId="LiveId" clId="{C842244F-879D-4CC7-86E6-86C39CC0FEDE}" dt="2025-05-15T15:31:41.961" v="2347" actId="1076"/>
        <pc:sldMkLst>
          <pc:docMk/>
          <pc:sldMk cId="596910844" sldId="303"/>
        </pc:sldMkLst>
        <pc:spChg chg="mod">
          <ac:chgData name="Chitra P S" userId="e31f65c162dcbfd7" providerId="LiveId" clId="{C842244F-879D-4CC7-86E6-86C39CC0FEDE}" dt="2025-05-15T15:31:41.961" v="2347" actId="1076"/>
          <ac:spMkLst>
            <pc:docMk/>
            <pc:sldMk cId="596910844" sldId="303"/>
            <ac:spMk id="7" creationId="{01FDC9A4-DAD2-3A3D-C904-B9FEA301A8C0}"/>
          </ac:spMkLst>
        </pc:spChg>
      </pc:sldChg>
      <pc:sldChg chg="modSp add del mod">
        <pc:chgData name="Chitra P S" userId="e31f65c162dcbfd7" providerId="LiveId" clId="{C842244F-879D-4CC7-86E6-86C39CC0FEDE}" dt="2025-05-15T15:07:54.194" v="1445" actId="2696"/>
        <pc:sldMkLst>
          <pc:docMk/>
          <pc:sldMk cId="2423096510" sldId="303"/>
        </pc:sldMkLst>
        <pc:spChg chg="mod">
          <ac:chgData name="Chitra P S" userId="e31f65c162dcbfd7" providerId="LiveId" clId="{C842244F-879D-4CC7-86E6-86C39CC0FEDE}" dt="2025-05-15T14:13:04.828" v="846" actId="1076"/>
          <ac:spMkLst>
            <pc:docMk/>
            <pc:sldMk cId="2423096510" sldId="303"/>
            <ac:spMk id="7" creationId="{3ECCAFB5-95F0-EC32-30C2-DDFCAFE9FC4F}"/>
          </ac:spMkLst>
        </pc:spChg>
      </pc:sldChg>
      <pc:sldChg chg="modSp add mod">
        <pc:chgData name="Chitra P S" userId="e31f65c162dcbfd7" providerId="LiveId" clId="{C842244F-879D-4CC7-86E6-86C39CC0FEDE}" dt="2025-05-15T15:17:38.564" v="1996" actId="20577"/>
        <pc:sldMkLst>
          <pc:docMk/>
          <pc:sldMk cId="2563948210" sldId="304"/>
        </pc:sldMkLst>
        <pc:spChg chg="mod">
          <ac:chgData name="Chitra P S" userId="e31f65c162dcbfd7" providerId="LiveId" clId="{C842244F-879D-4CC7-86E6-86C39CC0FEDE}" dt="2025-05-15T15:14:15.921" v="1837" actId="20577"/>
          <ac:spMkLst>
            <pc:docMk/>
            <pc:sldMk cId="2563948210" sldId="304"/>
            <ac:spMk id="2" creationId="{FC04CC52-1B86-FE4F-6FD8-00048C018FDB}"/>
          </ac:spMkLst>
        </pc:spChg>
        <pc:spChg chg="mod">
          <ac:chgData name="Chitra P S" userId="e31f65c162dcbfd7" providerId="LiveId" clId="{C842244F-879D-4CC7-86E6-86C39CC0FEDE}" dt="2025-05-15T15:14:43.617" v="1838" actId="207"/>
          <ac:spMkLst>
            <pc:docMk/>
            <pc:sldMk cId="2563948210" sldId="304"/>
            <ac:spMk id="3" creationId="{1F0441FC-FA9B-E1ED-B209-7C9483AB15A5}"/>
          </ac:spMkLst>
        </pc:spChg>
        <pc:spChg chg="mod">
          <ac:chgData name="Chitra P S" userId="e31f65c162dcbfd7" providerId="LiveId" clId="{C842244F-879D-4CC7-86E6-86C39CC0FEDE}" dt="2025-05-15T15:14:48.007" v="1839" actId="207"/>
          <ac:spMkLst>
            <pc:docMk/>
            <pc:sldMk cId="2563948210" sldId="304"/>
            <ac:spMk id="6" creationId="{B83E9BD3-3247-DB0A-7EDC-DA60CABE25A8}"/>
          </ac:spMkLst>
        </pc:spChg>
        <pc:spChg chg="mod">
          <ac:chgData name="Chitra P S" userId="e31f65c162dcbfd7" providerId="LiveId" clId="{C842244F-879D-4CC7-86E6-86C39CC0FEDE}" dt="2025-05-15T15:17:38.564" v="1996" actId="20577"/>
          <ac:spMkLst>
            <pc:docMk/>
            <pc:sldMk cId="2563948210" sldId="304"/>
            <ac:spMk id="7" creationId="{81ED2B9F-AF71-29EF-1995-35A610C3A31C}"/>
          </ac:spMkLst>
        </pc:spChg>
      </pc:sldChg>
      <pc:sldChg chg="modSp add mod">
        <pc:chgData name="Chitra P S" userId="e31f65c162dcbfd7" providerId="LiveId" clId="{C842244F-879D-4CC7-86E6-86C39CC0FEDE}" dt="2025-05-15T15:22:16.071" v="2071" actId="20577"/>
        <pc:sldMkLst>
          <pc:docMk/>
          <pc:sldMk cId="3527390141" sldId="305"/>
        </pc:sldMkLst>
        <pc:spChg chg="mod">
          <ac:chgData name="Chitra P S" userId="e31f65c162dcbfd7" providerId="LiveId" clId="{C842244F-879D-4CC7-86E6-86C39CC0FEDE}" dt="2025-05-15T15:22:16.071" v="2071" actId="20577"/>
          <ac:spMkLst>
            <pc:docMk/>
            <pc:sldMk cId="3527390141" sldId="305"/>
            <ac:spMk id="7" creationId="{7A0F431C-35A6-D27A-875D-25B312CE71AD}"/>
          </ac:spMkLst>
        </pc:spChg>
      </pc:sldChg>
      <pc:sldChg chg="modSp add mod">
        <pc:chgData name="Chitra P S" userId="e31f65c162dcbfd7" providerId="LiveId" clId="{C842244F-879D-4CC7-86E6-86C39CC0FEDE}" dt="2025-05-15T15:31:26.041" v="2346" actId="20577"/>
        <pc:sldMkLst>
          <pc:docMk/>
          <pc:sldMk cId="2257389532" sldId="306"/>
        </pc:sldMkLst>
        <pc:spChg chg="mod">
          <ac:chgData name="Chitra P S" userId="e31f65c162dcbfd7" providerId="LiveId" clId="{C842244F-879D-4CC7-86E6-86C39CC0FEDE}" dt="2025-05-15T15:28:20.246" v="2264" actId="20577"/>
          <ac:spMkLst>
            <pc:docMk/>
            <pc:sldMk cId="2257389532" sldId="306"/>
            <ac:spMk id="16" creationId="{CF56B0DE-CC34-A6CD-FF73-2C0E065FF521}"/>
          </ac:spMkLst>
        </pc:spChg>
        <pc:spChg chg="mod">
          <ac:chgData name="Chitra P S" userId="e31f65c162dcbfd7" providerId="LiveId" clId="{C842244F-879D-4CC7-86E6-86C39CC0FEDE}" dt="2025-05-15T15:31:26.041" v="2346" actId="20577"/>
          <ac:spMkLst>
            <pc:docMk/>
            <pc:sldMk cId="2257389532" sldId="306"/>
            <ac:spMk id="17" creationId="{9E55F750-BC28-21E5-FA18-47E3C14607BA}"/>
          </ac:spMkLst>
        </pc:spChg>
        <pc:spChg chg="mod">
          <ac:chgData name="Chitra P S" userId="e31f65c162dcbfd7" providerId="LiveId" clId="{C842244F-879D-4CC7-86E6-86C39CC0FEDE}" dt="2025-05-15T15:28:08.871" v="2255" actId="207"/>
          <ac:spMkLst>
            <pc:docMk/>
            <pc:sldMk cId="2257389532" sldId="306"/>
            <ac:spMk id="18" creationId="{45670674-CDF1-F108-D19F-D06281B39801}"/>
          </ac:spMkLst>
        </pc:spChg>
        <pc:spChg chg="mod">
          <ac:chgData name="Chitra P S" userId="e31f65c162dcbfd7" providerId="LiveId" clId="{C842244F-879D-4CC7-86E6-86C39CC0FEDE}" dt="2025-05-15T15:28:12.600" v="2256" actId="207"/>
          <ac:spMkLst>
            <pc:docMk/>
            <pc:sldMk cId="2257389532" sldId="306"/>
            <ac:spMk id="19" creationId="{7A90CF01-D0BF-7ADB-FB00-BA9FA94EB364}"/>
          </ac:spMkLst>
        </pc:spChg>
      </pc:sldChg>
      <pc:sldChg chg="add del">
        <pc:chgData name="Chitra P S" userId="e31f65c162dcbfd7" providerId="LiveId" clId="{C842244F-879D-4CC7-86E6-86C39CC0FEDE}" dt="2025-05-15T15:23:01.921" v="2073" actId="2890"/>
        <pc:sldMkLst>
          <pc:docMk/>
          <pc:sldMk cId="3648555563" sldId="306"/>
        </pc:sldMkLst>
      </pc:sldChg>
      <pc:sldChg chg="modSp add mod">
        <pc:chgData name="Chitra P S" userId="e31f65c162dcbfd7" providerId="LiveId" clId="{C842244F-879D-4CC7-86E6-86C39CC0FEDE}" dt="2025-05-15T15:34:05.482" v="2445" actId="20577"/>
        <pc:sldMkLst>
          <pc:docMk/>
          <pc:sldMk cId="4144275464" sldId="307"/>
        </pc:sldMkLst>
        <pc:spChg chg="mod">
          <ac:chgData name="Chitra P S" userId="e31f65c162dcbfd7" providerId="LiveId" clId="{C842244F-879D-4CC7-86E6-86C39CC0FEDE}" dt="2025-05-15T15:33:20.781" v="2395" actId="20577"/>
          <ac:spMkLst>
            <pc:docMk/>
            <pc:sldMk cId="4144275464" sldId="307"/>
            <ac:spMk id="16" creationId="{6DAA189A-785D-5ECF-E7F2-7B6EBB6FE7A5}"/>
          </ac:spMkLst>
        </pc:spChg>
        <pc:spChg chg="mod">
          <ac:chgData name="Chitra P S" userId="e31f65c162dcbfd7" providerId="LiveId" clId="{C842244F-879D-4CC7-86E6-86C39CC0FEDE}" dt="2025-05-15T15:34:05.482" v="2445" actId="20577"/>
          <ac:spMkLst>
            <pc:docMk/>
            <pc:sldMk cId="4144275464" sldId="307"/>
            <ac:spMk id="17" creationId="{E7744F05-21C4-5A2E-4777-2F8AD2F7F2B3}"/>
          </ac:spMkLst>
        </pc:spChg>
        <pc:spChg chg="mod">
          <ac:chgData name="Chitra P S" userId="e31f65c162dcbfd7" providerId="LiveId" clId="{C842244F-879D-4CC7-86E6-86C39CC0FEDE}" dt="2025-05-15T15:32:42.171" v="2349" actId="207"/>
          <ac:spMkLst>
            <pc:docMk/>
            <pc:sldMk cId="4144275464" sldId="307"/>
            <ac:spMk id="18" creationId="{41CCFF4C-6003-A116-C337-864143CBCDE5}"/>
          </ac:spMkLst>
        </pc:spChg>
        <pc:spChg chg="mod">
          <ac:chgData name="Chitra P S" userId="e31f65c162dcbfd7" providerId="LiveId" clId="{C842244F-879D-4CC7-86E6-86C39CC0FEDE}" dt="2025-05-15T15:32:46.130" v="2350" actId="207"/>
          <ac:spMkLst>
            <pc:docMk/>
            <pc:sldMk cId="4144275464" sldId="307"/>
            <ac:spMk id="19" creationId="{7920DB28-726E-6871-9C85-3D8D2C2297C9}"/>
          </ac:spMkLst>
        </pc:spChg>
      </pc:sldChg>
      <pc:sldChg chg="modSp add mod">
        <pc:chgData name="Chitra P S" userId="e31f65c162dcbfd7" providerId="LiveId" clId="{C842244F-879D-4CC7-86E6-86C39CC0FEDE}" dt="2025-05-15T15:35:31.760" v="2507" actId="20577"/>
        <pc:sldMkLst>
          <pc:docMk/>
          <pc:sldMk cId="3161189692" sldId="308"/>
        </pc:sldMkLst>
        <pc:spChg chg="mod">
          <ac:chgData name="Chitra P S" userId="e31f65c162dcbfd7" providerId="LiveId" clId="{C842244F-879D-4CC7-86E6-86C39CC0FEDE}" dt="2025-05-15T15:34:46.216" v="2469" actId="27636"/>
          <ac:spMkLst>
            <pc:docMk/>
            <pc:sldMk cId="3161189692" sldId="308"/>
            <ac:spMk id="16" creationId="{30DD97F1-DB52-2CC9-575D-92D4AED9AAC4}"/>
          </ac:spMkLst>
        </pc:spChg>
        <pc:spChg chg="mod">
          <ac:chgData name="Chitra P S" userId="e31f65c162dcbfd7" providerId="LiveId" clId="{C842244F-879D-4CC7-86E6-86C39CC0FEDE}" dt="2025-05-15T15:35:31.760" v="2507" actId="20577"/>
          <ac:spMkLst>
            <pc:docMk/>
            <pc:sldMk cId="3161189692" sldId="308"/>
            <ac:spMk id="17" creationId="{1CA74E17-7270-95BA-A5C4-79CFB8FC29D9}"/>
          </ac:spMkLst>
        </pc:spChg>
        <pc:spChg chg="mod">
          <ac:chgData name="Chitra P S" userId="e31f65c162dcbfd7" providerId="LiveId" clId="{C842244F-879D-4CC7-86E6-86C39CC0FEDE}" dt="2025-05-15T15:34:21.828" v="2447" actId="207"/>
          <ac:spMkLst>
            <pc:docMk/>
            <pc:sldMk cId="3161189692" sldId="308"/>
            <ac:spMk id="18" creationId="{795AAC4B-0467-5B75-B470-AAE7B19EEFA6}"/>
          </ac:spMkLst>
        </pc:spChg>
        <pc:spChg chg="mod">
          <ac:chgData name="Chitra P S" userId="e31f65c162dcbfd7" providerId="LiveId" clId="{C842244F-879D-4CC7-86E6-86C39CC0FEDE}" dt="2025-05-15T15:34:24.776" v="2448" actId="207"/>
          <ac:spMkLst>
            <pc:docMk/>
            <pc:sldMk cId="3161189692" sldId="308"/>
            <ac:spMk id="19" creationId="{EF19914B-90AA-6BC5-DA0E-DCF7864B36EC}"/>
          </ac:spMkLst>
        </pc:spChg>
      </pc:sldChg>
      <pc:sldChg chg="addSp delSp modSp new mod">
        <pc:chgData name="Chitra P S" userId="e31f65c162dcbfd7" providerId="LiveId" clId="{C842244F-879D-4CC7-86E6-86C39CC0FEDE}" dt="2025-05-15T15:39:18.580" v="2644" actId="20577"/>
        <pc:sldMkLst>
          <pc:docMk/>
          <pc:sldMk cId="1648009210" sldId="309"/>
        </pc:sldMkLst>
        <pc:spChg chg="del mod">
          <ac:chgData name="Chitra P S" userId="e31f65c162dcbfd7" providerId="LiveId" clId="{C842244F-879D-4CC7-86E6-86C39CC0FEDE}" dt="2025-05-15T15:36:21.116" v="2514" actId="478"/>
          <ac:spMkLst>
            <pc:docMk/>
            <pc:sldMk cId="1648009210" sldId="309"/>
            <ac:spMk id="2" creationId="{CD35D46B-2D75-D42F-A24E-9DB1A8D51F5E}"/>
          </ac:spMkLst>
        </pc:spChg>
        <pc:spChg chg="del">
          <ac:chgData name="Chitra P S" userId="e31f65c162dcbfd7" providerId="LiveId" clId="{C842244F-879D-4CC7-86E6-86C39CC0FEDE}" dt="2025-05-15T15:36:22.580" v="2515" actId="478"/>
          <ac:spMkLst>
            <pc:docMk/>
            <pc:sldMk cId="1648009210" sldId="309"/>
            <ac:spMk id="3" creationId="{8287006D-68C8-B50B-B262-A5A76D5583B2}"/>
          </ac:spMkLst>
        </pc:spChg>
        <pc:spChg chg="del">
          <ac:chgData name="Chitra P S" userId="e31f65c162dcbfd7" providerId="LiveId" clId="{C842244F-879D-4CC7-86E6-86C39CC0FEDE}" dt="2025-05-15T15:36:24.886" v="2516" actId="478"/>
          <ac:spMkLst>
            <pc:docMk/>
            <pc:sldMk cId="1648009210" sldId="309"/>
            <ac:spMk id="4" creationId="{46C1A83C-B296-964B-136A-FED36EC98F67}"/>
          </ac:spMkLst>
        </pc:spChg>
        <pc:spChg chg="add mod">
          <ac:chgData name="Chitra P S" userId="e31f65c162dcbfd7" providerId="LiveId" clId="{C842244F-879D-4CC7-86E6-86C39CC0FEDE}" dt="2025-05-15T15:36:15.913" v="2512"/>
          <ac:spMkLst>
            <pc:docMk/>
            <pc:sldMk cId="1648009210" sldId="309"/>
            <ac:spMk id="6" creationId="{2030DB59-325E-7EE8-2339-0085FB19B429}"/>
          </ac:spMkLst>
        </pc:spChg>
        <pc:spChg chg="add mod">
          <ac:chgData name="Chitra P S" userId="e31f65c162dcbfd7" providerId="LiveId" clId="{C842244F-879D-4CC7-86E6-86C39CC0FEDE}" dt="2025-05-15T15:36:15.913" v="2512"/>
          <ac:spMkLst>
            <pc:docMk/>
            <pc:sldMk cId="1648009210" sldId="309"/>
            <ac:spMk id="7" creationId="{B196EEE5-A320-C7A9-7AB6-83909A7106F2}"/>
          </ac:spMkLst>
        </pc:spChg>
        <pc:spChg chg="add mod">
          <ac:chgData name="Chitra P S" userId="e31f65c162dcbfd7" providerId="LiveId" clId="{C842244F-879D-4CC7-86E6-86C39CC0FEDE}" dt="2025-05-15T15:36:12.061" v="2509"/>
          <ac:spMkLst>
            <pc:docMk/>
            <pc:sldMk cId="1648009210" sldId="309"/>
            <ac:spMk id="8" creationId="{0305087F-C3C3-6DE2-9C24-788EE8B5AD9D}"/>
          </ac:spMkLst>
        </pc:spChg>
        <pc:spChg chg="add mod">
          <ac:chgData name="Chitra P S" userId="e31f65c162dcbfd7" providerId="LiveId" clId="{C842244F-879D-4CC7-86E6-86C39CC0FEDE}" dt="2025-05-15T15:36:12.061" v="2509"/>
          <ac:spMkLst>
            <pc:docMk/>
            <pc:sldMk cId="1648009210" sldId="309"/>
            <ac:spMk id="9" creationId="{3BDD0A17-84D6-671E-051E-424570A006D0}"/>
          </ac:spMkLst>
        </pc:spChg>
        <pc:spChg chg="add mod">
          <ac:chgData name="Chitra P S" userId="e31f65c162dcbfd7" providerId="LiveId" clId="{C842244F-879D-4CC7-86E6-86C39CC0FEDE}" dt="2025-05-15T15:36:35.854" v="2525" actId="20577"/>
          <ac:spMkLst>
            <pc:docMk/>
            <pc:sldMk cId="1648009210" sldId="309"/>
            <ac:spMk id="10" creationId="{504DA884-3707-AECF-FCB2-E4BBED7374A7}"/>
          </ac:spMkLst>
        </pc:spChg>
        <pc:spChg chg="add mod">
          <ac:chgData name="Chitra P S" userId="e31f65c162dcbfd7" providerId="LiveId" clId="{C842244F-879D-4CC7-86E6-86C39CC0FEDE}" dt="2025-05-15T15:39:18.580" v="2644" actId="20577"/>
          <ac:spMkLst>
            <pc:docMk/>
            <pc:sldMk cId="1648009210" sldId="309"/>
            <ac:spMk id="11" creationId="{B6A60793-843D-D4D9-6667-327FF565FBEF}"/>
          </ac:spMkLst>
        </pc:spChg>
        <pc:spChg chg="add mod">
          <ac:chgData name="Chitra P S" userId="e31f65c162dcbfd7" providerId="LiveId" clId="{C842244F-879D-4CC7-86E6-86C39CC0FEDE}" dt="2025-05-15T15:36:27.030" v="2517"/>
          <ac:spMkLst>
            <pc:docMk/>
            <pc:sldMk cId="1648009210" sldId="309"/>
            <ac:spMk id="12" creationId="{299624B7-83D4-2EBF-F140-8FE06912658D}"/>
          </ac:spMkLst>
        </pc:spChg>
        <pc:spChg chg="add mod">
          <ac:chgData name="Chitra P S" userId="e31f65c162dcbfd7" providerId="LiveId" clId="{C842244F-879D-4CC7-86E6-86C39CC0FEDE}" dt="2025-05-15T15:36:27.030" v="2517"/>
          <ac:spMkLst>
            <pc:docMk/>
            <pc:sldMk cId="1648009210" sldId="309"/>
            <ac:spMk id="13" creationId="{E3142D5E-F2FC-7EB9-4D02-015AA4D2F30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7EE65D-9EAD-4CAD-B560-88CE97CD8BC6}" type="doc">
      <dgm:prSet loTypeId="urn:microsoft.com/office/officeart/2008/layout/VerticalAccentLis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7810E5-873B-4501-B045-C86AC6B16CD9}">
      <dgm:prSet phldrT="[Text]" custT="1"/>
      <dgm:spPr/>
      <dgm:t>
        <a:bodyPr/>
        <a:lstStyle/>
        <a:p>
          <a:pPr algn="ctr"/>
          <a:r>
            <a: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Embedded Systems &amp; Diagnostics E</a:t>
          </a:r>
          <a:r>
            <a: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ngineer</a:t>
          </a:r>
          <a:endParaRPr lang="en-US" sz="1300" dirty="0"/>
        </a:p>
      </dgm:t>
    </dgm:pt>
    <dgm:pt modelId="{6BC6C607-1545-4C59-B92C-700ED2000F47}" type="parTrans" cxnId="{A3AD1CF5-693C-47A4-A6E4-C6C7F209455F}">
      <dgm:prSet/>
      <dgm:spPr/>
      <dgm:t>
        <a:bodyPr/>
        <a:lstStyle/>
        <a:p>
          <a:endParaRPr lang="en-US"/>
        </a:p>
      </dgm:t>
    </dgm:pt>
    <dgm:pt modelId="{CD8235A3-1FC9-42D7-B638-DF92EAEFD5B9}" type="sibTrans" cxnId="{A3AD1CF5-693C-47A4-A6E4-C6C7F209455F}">
      <dgm:prSet/>
      <dgm:spPr/>
      <dgm:t>
        <a:bodyPr/>
        <a:lstStyle/>
        <a:p>
          <a:endParaRPr lang="en-US"/>
        </a:p>
      </dgm:t>
    </dgm:pt>
    <dgm:pt modelId="{40BEC82B-59BA-4E51-B2B2-B1DA217BBEDF}">
      <dgm:prSet phldrT="[Text]" custT="1"/>
      <dgm:spPr/>
      <dgm:t>
        <a:bodyPr/>
        <a:lstStyle/>
        <a:p>
          <a:br>
            <a: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Responsible for developing the BCM software, implementing CANFD and UDS protocols, and handling diagnostic testing and fault simulation</a:t>
          </a:r>
          <a:r>
            <a: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400" dirty="0"/>
        </a:p>
      </dgm:t>
    </dgm:pt>
    <dgm:pt modelId="{F8A217D9-8317-4C4B-A524-2D7CF6D2DF71}" type="parTrans" cxnId="{29AED172-13E7-47AF-9B0B-AC90C1E2F1C8}">
      <dgm:prSet/>
      <dgm:spPr/>
      <dgm:t>
        <a:bodyPr/>
        <a:lstStyle/>
        <a:p>
          <a:endParaRPr lang="en-US"/>
        </a:p>
      </dgm:t>
    </dgm:pt>
    <dgm:pt modelId="{DAB29271-4946-470F-900E-E7DC366AF644}" type="sibTrans" cxnId="{29AED172-13E7-47AF-9B0B-AC90C1E2F1C8}">
      <dgm:prSet/>
      <dgm:spPr/>
      <dgm:t>
        <a:bodyPr/>
        <a:lstStyle/>
        <a:p>
          <a:endParaRPr lang="en-US"/>
        </a:p>
      </dgm:t>
    </dgm:pt>
    <dgm:pt modelId="{A5A9413D-2C6F-422C-91B0-E3C83D256B4C}">
      <dgm:prSet phldrT="[Text]" custT="1"/>
      <dgm:spPr/>
      <dgm:t>
        <a:bodyPr/>
        <a:lstStyle/>
        <a:p>
          <a:pPr algn="ctr"/>
          <a:r>
            <a: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Hardware Integration &amp; Testing Engineer</a:t>
          </a:r>
          <a:endParaRPr lang="en-US" sz="2400" dirty="0"/>
        </a:p>
      </dgm:t>
    </dgm:pt>
    <dgm:pt modelId="{80759358-99B6-4C11-B005-817156E5F8ED}" type="parTrans" cxnId="{299E1255-0EB9-4889-9CA9-82FF885ACACF}">
      <dgm:prSet/>
      <dgm:spPr/>
      <dgm:t>
        <a:bodyPr/>
        <a:lstStyle/>
        <a:p>
          <a:endParaRPr lang="en-US"/>
        </a:p>
      </dgm:t>
    </dgm:pt>
    <dgm:pt modelId="{939FE521-DD56-4EB7-8738-96A399D63729}" type="sibTrans" cxnId="{299E1255-0EB9-4889-9CA9-82FF885ACACF}">
      <dgm:prSet/>
      <dgm:spPr/>
      <dgm:t>
        <a:bodyPr/>
        <a:lstStyle/>
        <a:p>
          <a:endParaRPr lang="en-US"/>
        </a:p>
      </dgm:t>
    </dgm:pt>
    <dgm:pt modelId="{E6D5FA62-F880-4532-BCBD-1AED4569871D}">
      <dgm:prSet phldrT="[Text]" custT="1"/>
      <dgm:spPr/>
      <dgm:t>
        <a:bodyPr/>
        <a:lstStyle/>
        <a:p>
          <a:br>
            <a: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Manages setup of the microcontroller, sensor/actuator interfacing, power management, and conducts system-level validation and testing.</a:t>
          </a:r>
          <a:endParaRPr lang="en-US" sz="1600" dirty="0"/>
        </a:p>
      </dgm:t>
    </dgm:pt>
    <dgm:pt modelId="{2E7D0B56-4C3C-4226-BE4F-117FC14BFAB6}" type="parTrans" cxnId="{823D7848-1D1A-46C8-9D0D-931E54BFE1CA}">
      <dgm:prSet/>
      <dgm:spPr/>
      <dgm:t>
        <a:bodyPr/>
        <a:lstStyle/>
        <a:p>
          <a:endParaRPr lang="en-US"/>
        </a:p>
      </dgm:t>
    </dgm:pt>
    <dgm:pt modelId="{36F593CC-FB22-47EF-9563-0038DDD3F1BD}" type="sibTrans" cxnId="{823D7848-1D1A-46C8-9D0D-931E54BFE1CA}">
      <dgm:prSet/>
      <dgm:spPr/>
      <dgm:t>
        <a:bodyPr/>
        <a:lstStyle/>
        <a:p>
          <a:endParaRPr lang="en-US"/>
        </a:p>
      </dgm:t>
    </dgm:pt>
    <dgm:pt modelId="{61AF8C20-207A-4CCC-9C88-17C09E7761F4}">
      <dgm:prSet phldrT="[Text]" custT="1"/>
      <dgm:spPr/>
      <dgm:t>
        <a:bodyPr/>
        <a:lstStyle/>
        <a:p>
          <a:pPr algn="ctr"/>
          <a:r>
            <a: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Tool Development &amp; Project Coordinator</a:t>
          </a:r>
          <a:endParaRPr lang="en-US" sz="1300" dirty="0"/>
        </a:p>
      </dgm:t>
    </dgm:pt>
    <dgm:pt modelId="{2F0CF4D6-9640-4461-A24B-A7C60DD38A43}" type="parTrans" cxnId="{B8CC49D1-B7D2-4C50-9D3A-FCD920DA9A94}">
      <dgm:prSet/>
      <dgm:spPr/>
      <dgm:t>
        <a:bodyPr/>
        <a:lstStyle/>
        <a:p>
          <a:endParaRPr lang="en-US"/>
        </a:p>
      </dgm:t>
    </dgm:pt>
    <dgm:pt modelId="{76FE3D1B-0B66-4AA8-B972-C06886C21A31}" type="sibTrans" cxnId="{B8CC49D1-B7D2-4C50-9D3A-FCD920DA9A94}">
      <dgm:prSet/>
      <dgm:spPr/>
      <dgm:t>
        <a:bodyPr/>
        <a:lstStyle/>
        <a:p>
          <a:endParaRPr lang="en-US"/>
        </a:p>
      </dgm:t>
    </dgm:pt>
    <dgm:pt modelId="{45ADE545-04C7-4157-BEBE-42646587F756}">
      <dgm:prSet phldrT="[Text]" custT="1"/>
      <dgm:spPr/>
      <dgm:t>
        <a:bodyPr/>
        <a:lstStyle/>
        <a:p>
          <a:br>
            <a: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Designs the real-time data visualization tool, maintains technical documentation, and oversees timeline tracking and team coordination.</a:t>
          </a:r>
          <a:endParaRPr lang="en-US" sz="1600" dirty="0"/>
        </a:p>
      </dgm:t>
    </dgm:pt>
    <dgm:pt modelId="{07F88F9F-0E7B-45F8-A310-1F5B32F4268C}" type="parTrans" cxnId="{52D07AA3-9780-42BC-B836-3C5B4230F717}">
      <dgm:prSet/>
      <dgm:spPr/>
      <dgm:t>
        <a:bodyPr/>
        <a:lstStyle/>
        <a:p>
          <a:endParaRPr lang="en-US"/>
        </a:p>
      </dgm:t>
    </dgm:pt>
    <dgm:pt modelId="{21937998-3FFF-4F82-B35D-E3277A082615}" type="sibTrans" cxnId="{52D07AA3-9780-42BC-B836-3C5B4230F717}">
      <dgm:prSet/>
      <dgm:spPr/>
      <dgm:t>
        <a:bodyPr/>
        <a:lstStyle/>
        <a:p>
          <a:endParaRPr lang="en-US"/>
        </a:p>
      </dgm:t>
    </dgm:pt>
    <dgm:pt modelId="{4AF6D7F3-0326-4F69-BE89-7B311CD759F0}" type="pres">
      <dgm:prSet presAssocID="{D27EE65D-9EAD-4CAD-B560-88CE97CD8BC6}" presName="Name0" presStyleCnt="0">
        <dgm:presLayoutVars>
          <dgm:chMax/>
          <dgm:chPref/>
          <dgm:dir/>
        </dgm:presLayoutVars>
      </dgm:prSet>
      <dgm:spPr/>
    </dgm:pt>
    <dgm:pt modelId="{C790F8A7-E86F-4B3C-8F75-F2739345BD23}" type="pres">
      <dgm:prSet presAssocID="{947810E5-873B-4501-B045-C86AC6B16CD9}" presName="parenttextcomposite" presStyleCnt="0"/>
      <dgm:spPr/>
    </dgm:pt>
    <dgm:pt modelId="{19B66E6C-EB02-4AC1-9F19-734AF76D77B7}" type="pres">
      <dgm:prSet presAssocID="{947810E5-873B-4501-B045-C86AC6B16CD9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CE8056AF-91D4-4C13-AF23-125EE9013EBC}" type="pres">
      <dgm:prSet presAssocID="{947810E5-873B-4501-B045-C86AC6B16CD9}" presName="composite" presStyleCnt="0"/>
      <dgm:spPr/>
    </dgm:pt>
    <dgm:pt modelId="{8531737E-7CD2-431F-9A06-883D340B8231}" type="pres">
      <dgm:prSet presAssocID="{947810E5-873B-4501-B045-C86AC6B16CD9}" presName="chevron1" presStyleLbl="alignNode1" presStyleIdx="0" presStyleCnt="21" custScaleY="91089"/>
      <dgm:spPr/>
    </dgm:pt>
    <dgm:pt modelId="{E9BC9BA9-BDA6-4954-AC46-A306AE4665D4}" type="pres">
      <dgm:prSet presAssocID="{947810E5-873B-4501-B045-C86AC6B16CD9}" presName="chevron2" presStyleLbl="alignNode1" presStyleIdx="1" presStyleCnt="21"/>
      <dgm:spPr/>
    </dgm:pt>
    <dgm:pt modelId="{0B3E67F6-F73B-4286-A671-AF21407CCA19}" type="pres">
      <dgm:prSet presAssocID="{947810E5-873B-4501-B045-C86AC6B16CD9}" presName="chevron3" presStyleLbl="alignNode1" presStyleIdx="2" presStyleCnt="21"/>
      <dgm:spPr/>
    </dgm:pt>
    <dgm:pt modelId="{DB8FD907-30BD-4801-91F7-34DE4E56C84C}" type="pres">
      <dgm:prSet presAssocID="{947810E5-873B-4501-B045-C86AC6B16CD9}" presName="chevron4" presStyleLbl="alignNode1" presStyleIdx="3" presStyleCnt="21"/>
      <dgm:spPr/>
    </dgm:pt>
    <dgm:pt modelId="{19015D31-4893-46AA-B3A0-1C45CE6E08E4}" type="pres">
      <dgm:prSet presAssocID="{947810E5-873B-4501-B045-C86AC6B16CD9}" presName="chevron5" presStyleLbl="alignNode1" presStyleIdx="4" presStyleCnt="21"/>
      <dgm:spPr/>
    </dgm:pt>
    <dgm:pt modelId="{25831F18-B32A-4C58-AB1C-3B049CF11991}" type="pres">
      <dgm:prSet presAssocID="{947810E5-873B-4501-B045-C86AC6B16CD9}" presName="chevron6" presStyleLbl="alignNode1" presStyleIdx="5" presStyleCnt="21"/>
      <dgm:spPr/>
    </dgm:pt>
    <dgm:pt modelId="{4711C0D8-DACC-4FA3-9159-1E987137DE0C}" type="pres">
      <dgm:prSet presAssocID="{947810E5-873B-4501-B045-C86AC6B16CD9}" presName="chevron7" presStyleLbl="alignNode1" presStyleIdx="6" presStyleCnt="21"/>
      <dgm:spPr/>
    </dgm:pt>
    <dgm:pt modelId="{FEF18EC2-03B6-4B93-B9B4-9BF52B0BD5AE}" type="pres">
      <dgm:prSet presAssocID="{947810E5-873B-4501-B045-C86AC6B16CD9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</dgm:pt>
    <dgm:pt modelId="{67DAB6D3-8A6D-40C8-A773-B7E7B02236AC}" type="pres">
      <dgm:prSet presAssocID="{CD8235A3-1FC9-42D7-B638-DF92EAEFD5B9}" presName="sibTrans" presStyleCnt="0"/>
      <dgm:spPr/>
    </dgm:pt>
    <dgm:pt modelId="{D53662D1-24B7-41A1-8ADC-2B34F640A85B}" type="pres">
      <dgm:prSet presAssocID="{A5A9413D-2C6F-422C-91B0-E3C83D256B4C}" presName="parenttextcomposite" presStyleCnt="0"/>
      <dgm:spPr/>
    </dgm:pt>
    <dgm:pt modelId="{2DB0C0A3-E495-43F8-AFC8-9F41EADBE200}" type="pres">
      <dgm:prSet presAssocID="{A5A9413D-2C6F-422C-91B0-E3C83D256B4C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0AC25BD5-1FF3-4606-A6A2-C6598AC53CAB}" type="pres">
      <dgm:prSet presAssocID="{A5A9413D-2C6F-422C-91B0-E3C83D256B4C}" presName="composite" presStyleCnt="0"/>
      <dgm:spPr/>
    </dgm:pt>
    <dgm:pt modelId="{4A0318F5-9152-45D1-88CE-4EF1E61F36BE}" type="pres">
      <dgm:prSet presAssocID="{A5A9413D-2C6F-422C-91B0-E3C83D256B4C}" presName="chevron1" presStyleLbl="alignNode1" presStyleIdx="7" presStyleCnt="21"/>
      <dgm:spPr/>
    </dgm:pt>
    <dgm:pt modelId="{B18ACB27-B246-406C-9F70-F05556E9D75A}" type="pres">
      <dgm:prSet presAssocID="{A5A9413D-2C6F-422C-91B0-E3C83D256B4C}" presName="chevron2" presStyleLbl="alignNode1" presStyleIdx="8" presStyleCnt="21"/>
      <dgm:spPr/>
    </dgm:pt>
    <dgm:pt modelId="{C6611F84-D193-4F41-842E-947AAF0B6FA9}" type="pres">
      <dgm:prSet presAssocID="{A5A9413D-2C6F-422C-91B0-E3C83D256B4C}" presName="chevron3" presStyleLbl="alignNode1" presStyleIdx="9" presStyleCnt="21"/>
      <dgm:spPr/>
    </dgm:pt>
    <dgm:pt modelId="{4F8D2CF6-1B23-4605-9F11-23E945DA0CC5}" type="pres">
      <dgm:prSet presAssocID="{A5A9413D-2C6F-422C-91B0-E3C83D256B4C}" presName="chevron4" presStyleLbl="alignNode1" presStyleIdx="10" presStyleCnt="21"/>
      <dgm:spPr/>
    </dgm:pt>
    <dgm:pt modelId="{2D8EC39D-9AF0-4727-AB5D-19AD6AAF19E1}" type="pres">
      <dgm:prSet presAssocID="{A5A9413D-2C6F-422C-91B0-E3C83D256B4C}" presName="chevron5" presStyleLbl="alignNode1" presStyleIdx="11" presStyleCnt="21"/>
      <dgm:spPr/>
    </dgm:pt>
    <dgm:pt modelId="{142E6BDB-1BBA-446A-8943-5427F15741F3}" type="pres">
      <dgm:prSet presAssocID="{A5A9413D-2C6F-422C-91B0-E3C83D256B4C}" presName="chevron6" presStyleLbl="alignNode1" presStyleIdx="12" presStyleCnt="21"/>
      <dgm:spPr/>
    </dgm:pt>
    <dgm:pt modelId="{7DB51C9D-9F22-42E7-80AE-A0406300AB9D}" type="pres">
      <dgm:prSet presAssocID="{A5A9413D-2C6F-422C-91B0-E3C83D256B4C}" presName="chevron7" presStyleLbl="alignNode1" presStyleIdx="13" presStyleCnt="21"/>
      <dgm:spPr/>
    </dgm:pt>
    <dgm:pt modelId="{6E40F0D3-C1D2-4E1D-B3DA-944108F3CF3B}" type="pres">
      <dgm:prSet presAssocID="{A5A9413D-2C6F-422C-91B0-E3C83D256B4C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</dgm:pt>
    <dgm:pt modelId="{E4E044D7-2D91-419B-8840-5316E748C701}" type="pres">
      <dgm:prSet presAssocID="{939FE521-DD56-4EB7-8738-96A399D63729}" presName="sibTrans" presStyleCnt="0"/>
      <dgm:spPr/>
    </dgm:pt>
    <dgm:pt modelId="{EEACF623-D897-4EF6-A366-6B0D910AEF5B}" type="pres">
      <dgm:prSet presAssocID="{61AF8C20-207A-4CCC-9C88-17C09E7761F4}" presName="parenttextcomposite" presStyleCnt="0"/>
      <dgm:spPr/>
    </dgm:pt>
    <dgm:pt modelId="{0F288FDC-213C-4A9D-9386-5805D8062599}" type="pres">
      <dgm:prSet presAssocID="{61AF8C20-207A-4CCC-9C88-17C09E7761F4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507D02B0-D401-4F11-A583-F94417CED390}" type="pres">
      <dgm:prSet presAssocID="{61AF8C20-207A-4CCC-9C88-17C09E7761F4}" presName="composite" presStyleCnt="0"/>
      <dgm:spPr/>
    </dgm:pt>
    <dgm:pt modelId="{779E8D03-756F-4FC9-AE38-EE24D5B319F8}" type="pres">
      <dgm:prSet presAssocID="{61AF8C20-207A-4CCC-9C88-17C09E7761F4}" presName="chevron1" presStyleLbl="alignNode1" presStyleIdx="14" presStyleCnt="21"/>
      <dgm:spPr/>
    </dgm:pt>
    <dgm:pt modelId="{78A0B5F4-D7FE-4B84-94DF-A73B9AE93B63}" type="pres">
      <dgm:prSet presAssocID="{61AF8C20-207A-4CCC-9C88-17C09E7761F4}" presName="chevron2" presStyleLbl="alignNode1" presStyleIdx="15" presStyleCnt="21"/>
      <dgm:spPr/>
    </dgm:pt>
    <dgm:pt modelId="{18FE29BA-A889-4974-BD1C-69B55A01CF78}" type="pres">
      <dgm:prSet presAssocID="{61AF8C20-207A-4CCC-9C88-17C09E7761F4}" presName="chevron3" presStyleLbl="alignNode1" presStyleIdx="16" presStyleCnt="21"/>
      <dgm:spPr/>
    </dgm:pt>
    <dgm:pt modelId="{FA163CF9-428C-458E-81C7-0A5F64F6C533}" type="pres">
      <dgm:prSet presAssocID="{61AF8C20-207A-4CCC-9C88-17C09E7761F4}" presName="chevron4" presStyleLbl="alignNode1" presStyleIdx="17" presStyleCnt="21"/>
      <dgm:spPr/>
    </dgm:pt>
    <dgm:pt modelId="{15C26068-5FAC-44A5-9E9A-89D70783EC35}" type="pres">
      <dgm:prSet presAssocID="{61AF8C20-207A-4CCC-9C88-17C09E7761F4}" presName="chevron5" presStyleLbl="alignNode1" presStyleIdx="18" presStyleCnt="21"/>
      <dgm:spPr/>
    </dgm:pt>
    <dgm:pt modelId="{611D5C8D-931D-414E-B88E-6F3DBC9DE6ED}" type="pres">
      <dgm:prSet presAssocID="{61AF8C20-207A-4CCC-9C88-17C09E7761F4}" presName="chevron6" presStyleLbl="alignNode1" presStyleIdx="19" presStyleCnt="21"/>
      <dgm:spPr/>
    </dgm:pt>
    <dgm:pt modelId="{F34E5C76-E643-4E79-87F3-4622E2AB5780}" type="pres">
      <dgm:prSet presAssocID="{61AF8C20-207A-4CCC-9C88-17C09E7761F4}" presName="chevron7" presStyleLbl="alignNode1" presStyleIdx="20" presStyleCnt="21"/>
      <dgm:spPr/>
    </dgm:pt>
    <dgm:pt modelId="{AF06E210-ADD1-4A33-B4CA-7B2D696063BA}" type="pres">
      <dgm:prSet presAssocID="{61AF8C20-207A-4CCC-9C88-17C09E7761F4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</dgm:pt>
  </dgm:ptLst>
  <dgm:cxnLst>
    <dgm:cxn modelId="{EDF2360C-A6EF-4E6C-9FCE-52C305967E40}" type="presOf" srcId="{947810E5-873B-4501-B045-C86AC6B16CD9}" destId="{19B66E6C-EB02-4AC1-9F19-734AF76D77B7}" srcOrd="0" destOrd="0" presId="urn:microsoft.com/office/officeart/2008/layout/VerticalAccentList"/>
    <dgm:cxn modelId="{8813CC1E-E699-4665-B093-5399CF635AB7}" type="presOf" srcId="{D27EE65D-9EAD-4CAD-B560-88CE97CD8BC6}" destId="{4AF6D7F3-0326-4F69-BE89-7B311CD759F0}" srcOrd="0" destOrd="0" presId="urn:microsoft.com/office/officeart/2008/layout/VerticalAccentList"/>
    <dgm:cxn modelId="{823D7848-1D1A-46C8-9D0D-931E54BFE1CA}" srcId="{A5A9413D-2C6F-422C-91B0-E3C83D256B4C}" destId="{E6D5FA62-F880-4532-BCBD-1AED4569871D}" srcOrd="0" destOrd="0" parTransId="{2E7D0B56-4C3C-4226-BE4F-117FC14BFAB6}" sibTransId="{36F593CC-FB22-47EF-9563-0038DDD3F1BD}"/>
    <dgm:cxn modelId="{29AED172-13E7-47AF-9B0B-AC90C1E2F1C8}" srcId="{947810E5-873B-4501-B045-C86AC6B16CD9}" destId="{40BEC82B-59BA-4E51-B2B2-B1DA217BBEDF}" srcOrd="0" destOrd="0" parTransId="{F8A217D9-8317-4C4B-A524-2D7CF6D2DF71}" sibTransId="{DAB29271-4946-470F-900E-E7DC366AF644}"/>
    <dgm:cxn modelId="{299E1255-0EB9-4889-9CA9-82FF885ACACF}" srcId="{D27EE65D-9EAD-4CAD-B560-88CE97CD8BC6}" destId="{A5A9413D-2C6F-422C-91B0-E3C83D256B4C}" srcOrd="1" destOrd="0" parTransId="{80759358-99B6-4C11-B005-817156E5F8ED}" sibTransId="{939FE521-DD56-4EB7-8738-96A399D63729}"/>
    <dgm:cxn modelId="{3DA66C75-23EE-4DBB-831F-FD21B276AF89}" type="presOf" srcId="{61AF8C20-207A-4CCC-9C88-17C09E7761F4}" destId="{0F288FDC-213C-4A9D-9386-5805D8062599}" srcOrd="0" destOrd="0" presId="urn:microsoft.com/office/officeart/2008/layout/VerticalAccentList"/>
    <dgm:cxn modelId="{7E41587E-1C2B-4584-AA51-97778D7154FF}" type="presOf" srcId="{45ADE545-04C7-4157-BEBE-42646587F756}" destId="{AF06E210-ADD1-4A33-B4CA-7B2D696063BA}" srcOrd="0" destOrd="0" presId="urn:microsoft.com/office/officeart/2008/layout/VerticalAccentList"/>
    <dgm:cxn modelId="{29986D8D-DA54-4649-9D45-4E0F30FF2DF5}" type="presOf" srcId="{A5A9413D-2C6F-422C-91B0-E3C83D256B4C}" destId="{2DB0C0A3-E495-43F8-AFC8-9F41EADBE200}" srcOrd="0" destOrd="0" presId="urn:microsoft.com/office/officeart/2008/layout/VerticalAccentList"/>
    <dgm:cxn modelId="{5B25849B-4DB5-430C-8C31-DD706094E7F4}" type="presOf" srcId="{40BEC82B-59BA-4E51-B2B2-B1DA217BBEDF}" destId="{FEF18EC2-03B6-4B93-B9B4-9BF52B0BD5AE}" srcOrd="0" destOrd="0" presId="urn:microsoft.com/office/officeart/2008/layout/VerticalAccentList"/>
    <dgm:cxn modelId="{483FA5A1-640F-4010-9BB7-FE66B7A11CC7}" type="presOf" srcId="{E6D5FA62-F880-4532-BCBD-1AED4569871D}" destId="{6E40F0D3-C1D2-4E1D-B3DA-944108F3CF3B}" srcOrd="0" destOrd="0" presId="urn:microsoft.com/office/officeart/2008/layout/VerticalAccentList"/>
    <dgm:cxn modelId="{52D07AA3-9780-42BC-B836-3C5B4230F717}" srcId="{61AF8C20-207A-4CCC-9C88-17C09E7761F4}" destId="{45ADE545-04C7-4157-BEBE-42646587F756}" srcOrd="0" destOrd="0" parTransId="{07F88F9F-0E7B-45F8-A310-1F5B32F4268C}" sibTransId="{21937998-3FFF-4F82-B35D-E3277A082615}"/>
    <dgm:cxn modelId="{B8CC49D1-B7D2-4C50-9D3A-FCD920DA9A94}" srcId="{D27EE65D-9EAD-4CAD-B560-88CE97CD8BC6}" destId="{61AF8C20-207A-4CCC-9C88-17C09E7761F4}" srcOrd="2" destOrd="0" parTransId="{2F0CF4D6-9640-4461-A24B-A7C60DD38A43}" sibTransId="{76FE3D1B-0B66-4AA8-B972-C06886C21A31}"/>
    <dgm:cxn modelId="{A3AD1CF5-693C-47A4-A6E4-C6C7F209455F}" srcId="{D27EE65D-9EAD-4CAD-B560-88CE97CD8BC6}" destId="{947810E5-873B-4501-B045-C86AC6B16CD9}" srcOrd="0" destOrd="0" parTransId="{6BC6C607-1545-4C59-B92C-700ED2000F47}" sibTransId="{CD8235A3-1FC9-42D7-B638-DF92EAEFD5B9}"/>
    <dgm:cxn modelId="{2AB468BE-AAD2-4389-B950-707C67A93DD5}" type="presParOf" srcId="{4AF6D7F3-0326-4F69-BE89-7B311CD759F0}" destId="{C790F8A7-E86F-4B3C-8F75-F2739345BD23}" srcOrd="0" destOrd="0" presId="urn:microsoft.com/office/officeart/2008/layout/VerticalAccentList"/>
    <dgm:cxn modelId="{974E42BB-3111-4820-AC30-D86FDEB1E1C1}" type="presParOf" srcId="{C790F8A7-E86F-4B3C-8F75-F2739345BD23}" destId="{19B66E6C-EB02-4AC1-9F19-734AF76D77B7}" srcOrd="0" destOrd="0" presId="urn:microsoft.com/office/officeart/2008/layout/VerticalAccentList"/>
    <dgm:cxn modelId="{66AA72CB-FDB6-4426-8BC5-D939754B72B2}" type="presParOf" srcId="{4AF6D7F3-0326-4F69-BE89-7B311CD759F0}" destId="{CE8056AF-91D4-4C13-AF23-125EE9013EBC}" srcOrd="1" destOrd="0" presId="urn:microsoft.com/office/officeart/2008/layout/VerticalAccentList"/>
    <dgm:cxn modelId="{9C663426-E05A-4DC8-B9C3-739461F075B7}" type="presParOf" srcId="{CE8056AF-91D4-4C13-AF23-125EE9013EBC}" destId="{8531737E-7CD2-431F-9A06-883D340B8231}" srcOrd="0" destOrd="0" presId="urn:microsoft.com/office/officeart/2008/layout/VerticalAccentList"/>
    <dgm:cxn modelId="{726FDAA9-79C6-4412-9C8D-DCA787201A04}" type="presParOf" srcId="{CE8056AF-91D4-4C13-AF23-125EE9013EBC}" destId="{E9BC9BA9-BDA6-4954-AC46-A306AE4665D4}" srcOrd="1" destOrd="0" presId="urn:microsoft.com/office/officeart/2008/layout/VerticalAccentList"/>
    <dgm:cxn modelId="{C958AB48-FBD4-4E2F-95F1-D10CC00B65D4}" type="presParOf" srcId="{CE8056AF-91D4-4C13-AF23-125EE9013EBC}" destId="{0B3E67F6-F73B-4286-A671-AF21407CCA19}" srcOrd="2" destOrd="0" presId="urn:microsoft.com/office/officeart/2008/layout/VerticalAccentList"/>
    <dgm:cxn modelId="{D394608E-A0B9-460B-9163-3F36654F8741}" type="presParOf" srcId="{CE8056AF-91D4-4C13-AF23-125EE9013EBC}" destId="{DB8FD907-30BD-4801-91F7-34DE4E56C84C}" srcOrd="3" destOrd="0" presId="urn:microsoft.com/office/officeart/2008/layout/VerticalAccentList"/>
    <dgm:cxn modelId="{FCE97019-66B4-4648-9FFA-ADF5749AB1D9}" type="presParOf" srcId="{CE8056AF-91D4-4C13-AF23-125EE9013EBC}" destId="{19015D31-4893-46AA-B3A0-1C45CE6E08E4}" srcOrd="4" destOrd="0" presId="urn:microsoft.com/office/officeart/2008/layout/VerticalAccentList"/>
    <dgm:cxn modelId="{E9933001-5D51-4318-AC0F-26993DD2C793}" type="presParOf" srcId="{CE8056AF-91D4-4C13-AF23-125EE9013EBC}" destId="{25831F18-B32A-4C58-AB1C-3B049CF11991}" srcOrd="5" destOrd="0" presId="urn:microsoft.com/office/officeart/2008/layout/VerticalAccentList"/>
    <dgm:cxn modelId="{A430FB37-4931-4018-8A02-0B3B76832D3E}" type="presParOf" srcId="{CE8056AF-91D4-4C13-AF23-125EE9013EBC}" destId="{4711C0D8-DACC-4FA3-9159-1E987137DE0C}" srcOrd="6" destOrd="0" presId="urn:microsoft.com/office/officeart/2008/layout/VerticalAccentList"/>
    <dgm:cxn modelId="{07FBDE7B-01BF-43B4-81F6-168F296E2B4C}" type="presParOf" srcId="{CE8056AF-91D4-4C13-AF23-125EE9013EBC}" destId="{FEF18EC2-03B6-4B93-B9B4-9BF52B0BD5AE}" srcOrd="7" destOrd="0" presId="urn:microsoft.com/office/officeart/2008/layout/VerticalAccentList"/>
    <dgm:cxn modelId="{29E56F9D-ACF3-48CE-97D6-43FBB6C6C55D}" type="presParOf" srcId="{4AF6D7F3-0326-4F69-BE89-7B311CD759F0}" destId="{67DAB6D3-8A6D-40C8-A773-B7E7B02236AC}" srcOrd="2" destOrd="0" presId="urn:microsoft.com/office/officeart/2008/layout/VerticalAccentList"/>
    <dgm:cxn modelId="{22A35E86-1535-450C-8DEF-FF689813B822}" type="presParOf" srcId="{4AF6D7F3-0326-4F69-BE89-7B311CD759F0}" destId="{D53662D1-24B7-41A1-8ADC-2B34F640A85B}" srcOrd="3" destOrd="0" presId="urn:microsoft.com/office/officeart/2008/layout/VerticalAccentList"/>
    <dgm:cxn modelId="{3C4B87A5-FB57-4B5C-B520-3257AC6B9679}" type="presParOf" srcId="{D53662D1-24B7-41A1-8ADC-2B34F640A85B}" destId="{2DB0C0A3-E495-43F8-AFC8-9F41EADBE200}" srcOrd="0" destOrd="0" presId="urn:microsoft.com/office/officeart/2008/layout/VerticalAccentList"/>
    <dgm:cxn modelId="{953E2173-1818-4551-B672-056E89CC8012}" type="presParOf" srcId="{4AF6D7F3-0326-4F69-BE89-7B311CD759F0}" destId="{0AC25BD5-1FF3-4606-A6A2-C6598AC53CAB}" srcOrd="4" destOrd="0" presId="urn:microsoft.com/office/officeart/2008/layout/VerticalAccentList"/>
    <dgm:cxn modelId="{06484A40-86AD-4356-8310-35E350CDDBB0}" type="presParOf" srcId="{0AC25BD5-1FF3-4606-A6A2-C6598AC53CAB}" destId="{4A0318F5-9152-45D1-88CE-4EF1E61F36BE}" srcOrd="0" destOrd="0" presId="urn:microsoft.com/office/officeart/2008/layout/VerticalAccentList"/>
    <dgm:cxn modelId="{FCB8564E-F879-4C02-B1D8-8F97FCBA9557}" type="presParOf" srcId="{0AC25BD5-1FF3-4606-A6A2-C6598AC53CAB}" destId="{B18ACB27-B246-406C-9F70-F05556E9D75A}" srcOrd="1" destOrd="0" presId="urn:microsoft.com/office/officeart/2008/layout/VerticalAccentList"/>
    <dgm:cxn modelId="{75BEEE15-E468-48F1-9D7D-762F8312DC59}" type="presParOf" srcId="{0AC25BD5-1FF3-4606-A6A2-C6598AC53CAB}" destId="{C6611F84-D193-4F41-842E-947AAF0B6FA9}" srcOrd="2" destOrd="0" presId="urn:microsoft.com/office/officeart/2008/layout/VerticalAccentList"/>
    <dgm:cxn modelId="{A8F5C6BF-CA00-4746-B1AF-D536173FAA9B}" type="presParOf" srcId="{0AC25BD5-1FF3-4606-A6A2-C6598AC53CAB}" destId="{4F8D2CF6-1B23-4605-9F11-23E945DA0CC5}" srcOrd="3" destOrd="0" presId="urn:microsoft.com/office/officeart/2008/layout/VerticalAccentList"/>
    <dgm:cxn modelId="{15B76D59-7A22-46A2-9326-89DD40FC097D}" type="presParOf" srcId="{0AC25BD5-1FF3-4606-A6A2-C6598AC53CAB}" destId="{2D8EC39D-9AF0-4727-AB5D-19AD6AAF19E1}" srcOrd="4" destOrd="0" presId="urn:microsoft.com/office/officeart/2008/layout/VerticalAccentList"/>
    <dgm:cxn modelId="{EB3D79CD-8072-4CA5-B2AA-9608EF02E2A9}" type="presParOf" srcId="{0AC25BD5-1FF3-4606-A6A2-C6598AC53CAB}" destId="{142E6BDB-1BBA-446A-8943-5427F15741F3}" srcOrd="5" destOrd="0" presId="urn:microsoft.com/office/officeart/2008/layout/VerticalAccentList"/>
    <dgm:cxn modelId="{0CA1C3C5-DB8E-4E14-B0EE-4728C982F9EF}" type="presParOf" srcId="{0AC25BD5-1FF3-4606-A6A2-C6598AC53CAB}" destId="{7DB51C9D-9F22-42E7-80AE-A0406300AB9D}" srcOrd="6" destOrd="0" presId="urn:microsoft.com/office/officeart/2008/layout/VerticalAccentList"/>
    <dgm:cxn modelId="{46CFE4C6-4A9A-4A61-A380-5DFAF3B0979B}" type="presParOf" srcId="{0AC25BD5-1FF3-4606-A6A2-C6598AC53CAB}" destId="{6E40F0D3-C1D2-4E1D-B3DA-944108F3CF3B}" srcOrd="7" destOrd="0" presId="urn:microsoft.com/office/officeart/2008/layout/VerticalAccentList"/>
    <dgm:cxn modelId="{83ED905C-9F10-43B3-A6D4-97C3FA3DC4C4}" type="presParOf" srcId="{4AF6D7F3-0326-4F69-BE89-7B311CD759F0}" destId="{E4E044D7-2D91-419B-8840-5316E748C701}" srcOrd="5" destOrd="0" presId="urn:microsoft.com/office/officeart/2008/layout/VerticalAccentList"/>
    <dgm:cxn modelId="{D8D1D56D-688C-47DF-9A6B-A516DF261645}" type="presParOf" srcId="{4AF6D7F3-0326-4F69-BE89-7B311CD759F0}" destId="{EEACF623-D897-4EF6-A366-6B0D910AEF5B}" srcOrd="6" destOrd="0" presId="urn:microsoft.com/office/officeart/2008/layout/VerticalAccentList"/>
    <dgm:cxn modelId="{2FD8118B-3280-41C0-B87F-DB68A2CF6997}" type="presParOf" srcId="{EEACF623-D897-4EF6-A366-6B0D910AEF5B}" destId="{0F288FDC-213C-4A9D-9386-5805D8062599}" srcOrd="0" destOrd="0" presId="urn:microsoft.com/office/officeart/2008/layout/VerticalAccentList"/>
    <dgm:cxn modelId="{18C1D7E2-68CC-4A8C-A6C5-5BB767F1864E}" type="presParOf" srcId="{4AF6D7F3-0326-4F69-BE89-7B311CD759F0}" destId="{507D02B0-D401-4F11-A583-F94417CED390}" srcOrd="7" destOrd="0" presId="urn:microsoft.com/office/officeart/2008/layout/VerticalAccentList"/>
    <dgm:cxn modelId="{F3E7C104-AA51-4D74-9D87-BD3063CDD298}" type="presParOf" srcId="{507D02B0-D401-4F11-A583-F94417CED390}" destId="{779E8D03-756F-4FC9-AE38-EE24D5B319F8}" srcOrd="0" destOrd="0" presId="urn:microsoft.com/office/officeart/2008/layout/VerticalAccentList"/>
    <dgm:cxn modelId="{9C545C7A-8DE4-491A-A315-EFCECFC317AF}" type="presParOf" srcId="{507D02B0-D401-4F11-A583-F94417CED390}" destId="{78A0B5F4-D7FE-4B84-94DF-A73B9AE93B63}" srcOrd="1" destOrd="0" presId="urn:microsoft.com/office/officeart/2008/layout/VerticalAccentList"/>
    <dgm:cxn modelId="{799691C8-C0ED-4165-97F1-8589163BC997}" type="presParOf" srcId="{507D02B0-D401-4F11-A583-F94417CED390}" destId="{18FE29BA-A889-4974-BD1C-69B55A01CF78}" srcOrd="2" destOrd="0" presId="urn:microsoft.com/office/officeart/2008/layout/VerticalAccentList"/>
    <dgm:cxn modelId="{4CE2C372-D349-45AB-90EA-F242DFE74D80}" type="presParOf" srcId="{507D02B0-D401-4F11-A583-F94417CED390}" destId="{FA163CF9-428C-458E-81C7-0A5F64F6C533}" srcOrd="3" destOrd="0" presId="urn:microsoft.com/office/officeart/2008/layout/VerticalAccentList"/>
    <dgm:cxn modelId="{76E15B6B-56FF-4E88-89B2-57F3EF86B3E0}" type="presParOf" srcId="{507D02B0-D401-4F11-A583-F94417CED390}" destId="{15C26068-5FAC-44A5-9E9A-89D70783EC35}" srcOrd="4" destOrd="0" presId="urn:microsoft.com/office/officeart/2008/layout/VerticalAccentList"/>
    <dgm:cxn modelId="{FBF463CE-B5BE-4EFA-8644-14955A9C06A7}" type="presParOf" srcId="{507D02B0-D401-4F11-A583-F94417CED390}" destId="{611D5C8D-931D-414E-B88E-6F3DBC9DE6ED}" srcOrd="5" destOrd="0" presId="urn:microsoft.com/office/officeart/2008/layout/VerticalAccentList"/>
    <dgm:cxn modelId="{CA1BA6DA-9D6B-4D90-ADD6-9AC29AF27056}" type="presParOf" srcId="{507D02B0-D401-4F11-A583-F94417CED390}" destId="{F34E5C76-E643-4E79-87F3-4622E2AB5780}" srcOrd="6" destOrd="0" presId="urn:microsoft.com/office/officeart/2008/layout/VerticalAccentList"/>
    <dgm:cxn modelId="{6246B6BB-AD48-4EC6-89ED-CCE87E196503}" type="presParOf" srcId="{507D02B0-D401-4F11-A583-F94417CED390}" destId="{AF06E210-ADD1-4A33-B4CA-7B2D696063BA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C63233-9A3E-42F5-8AD9-B15CF5527D36}" type="doc">
      <dgm:prSet loTypeId="urn:microsoft.com/office/officeart/2005/8/layout/list1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2EBC2D-3FC4-4957-B528-0589E1F1D921}">
      <dgm:prSet phldrT="[Text]"/>
      <dgm:spPr/>
      <dgm:t>
        <a:bodyPr/>
        <a:lstStyle/>
        <a:p>
          <a:r>
            <a: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Unit Testing </a:t>
          </a:r>
          <a:endParaRPr lang="en-US" dirty="0"/>
        </a:p>
      </dgm:t>
    </dgm:pt>
    <dgm:pt modelId="{F4242003-7B0B-4C0C-972C-B7764AA1F4EC}" type="parTrans" cxnId="{1A54652D-5163-4DF8-9213-7BDC32FE08FA}">
      <dgm:prSet/>
      <dgm:spPr/>
      <dgm:t>
        <a:bodyPr/>
        <a:lstStyle/>
        <a:p>
          <a:endParaRPr lang="en-US"/>
        </a:p>
      </dgm:t>
    </dgm:pt>
    <dgm:pt modelId="{2B1D5AE7-DE83-4570-BE50-9CA7E83363ED}" type="sibTrans" cxnId="{1A54652D-5163-4DF8-9213-7BDC32FE08FA}">
      <dgm:prSet/>
      <dgm:spPr/>
      <dgm:t>
        <a:bodyPr/>
        <a:lstStyle/>
        <a:p>
          <a:endParaRPr lang="en-US"/>
        </a:p>
      </dgm:t>
    </dgm:pt>
    <dgm:pt modelId="{3F06B6C1-AE8C-4015-8C0C-9B8857ABC473}">
      <dgm:prSet phldrT="[Text]"/>
      <dgm:spPr/>
      <dgm:t>
        <a:bodyPr/>
        <a:lstStyle/>
        <a:p>
          <a:r>
            <a: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Integration Testing </a:t>
          </a:r>
          <a:endParaRPr lang="en-US" dirty="0"/>
        </a:p>
      </dgm:t>
    </dgm:pt>
    <dgm:pt modelId="{7EC6616D-62F3-43D4-B2C5-2850713BC771}" type="parTrans" cxnId="{8D604A29-8C32-44DF-8873-784DC88EE68C}">
      <dgm:prSet/>
      <dgm:spPr/>
      <dgm:t>
        <a:bodyPr/>
        <a:lstStyle/>
        <a:p>
          <a:endParaRPr lang="en-US"/>
        </a:p>
      </dgm:t>
    </dgm:pt>
    <dgm:pt modelId="{E124FD53-ADE2-413D-9099-33D8B8229307}" type="sibTrans" cxnId="{8D604A29-8C32-44DF-8873-784DC88EE68C}">
      <dgm:prSet/>
      <dgm:spPr/>
      <dgm:t>
        <a:bodyPr/>
        <a:lstStyle/>
        <a:p>
          <a:endParaRPr lang="en-US"/>
        </a:p>
      </dgm:t>
    </dgm:pt>
    <dgm:pt modelId="{E7395715-230C-4F9E-AC34-85649D47501C}">
      <dgm:prSet/>
      <dgm:spPr/>
      <dgm:t>
        <a:bodyPr/>
        <a:lstStyle/>
        <a:p>
          <a:r>
            <a:rPr lang="en-US" altLang="en-US" b="1">
              <a:latin typeface="Times New Roman" panose="02020603050405020304" pitchFamily="18" charset="0"/>
              <a:cs typeface="Times New Roman" panose="02020603050405020304" pitchFamily="18" charset="0"/>
            </a:rPr>
            <a:t>Fault Injection </a:t>
          </a:r>
          <a:endParaRPr lang="en-IN"/>
        </a:p>
      </dgm:t>
    </dgm:pt>
    <dgm:pt modelId="{D7C2DD47-ABCE-4CAF-BC1C-DEB538EECD8F}" type="parTrans" cxnId="{BEEA83B7-47F7-49F3-886C-DE70E425E8CF}">
      <dgm:prSet/>
      <dgm:spPr/>
      <dgm:t>
        <a:bodyPr/>
        <a:lstStyle/>
        <a:p>
          <a:endParaRPr lang="en-US"/>
        </a:p>
      </dgm:t>
    </dgm:pt>
    <dgm:pt modelId="{1DAC032E-EFB5-43F1-9146-34689B8ADA44}" type="sibTrans" cxnId="{BEEA83B7-47F7-49F3-886C-DE70E425E8CF}">
      <dgm:prSet/>
      <dgm:spPr/>
      <dgm:t>
        <a:bodyPr/>
        <a:lstStyle/>
        <a:p>
          <a:endParaRPr lang="en-US"/>
        </a:p>
      </dgm:t>
    </dgm:pt>
    <dgm:pt modelId="{B7F747FD-91F4-4F07-AF8B-AF42510075C7}">
      <dgm:prSet/>
      <dgm:spPr/>
      <dgm:t>
        <a:bodyPr/>
        <a:lstStyle/>
        <a:p>
          <a:r>
            <a:rPr lang="en-US" altLang="en-US" b="1">
              <a:latin typeface="Times New Roman" panose="02020603050405020304" pitchFamily="18" charset="0"/>
              <a:cs typeface="Times New Roman" panose="02020603050405020304" pitchFamily="18" charset="0"/>
            </a:rPr>
            <a:t>OBD-II Testing </a:t>
          </a:r>
          <a:endParaRPr lang="en-IN"/>
        </a:p>
      </dgm:t>
    </dgm:pt>
    <dgm:pt modelId="{F5CEE0D5-53C6-452B-B8FE-93AAD1D5F6EA}" type="parTrans" cxnId="{8A11DEAE-913B-473F-B160-BA586D028F39}">
      <dgm:prSet/>
      <dgm:spPr/>
      <dgm:t>
        <a:bodyPr/>
        <a:lstStyle/>
        <a:p>
          <a:endParaRPr lang="en-US"/>
        </a:p>
      </dgm:t>
    </dgm:pt>
    <dgm:pt modelId="{E63BD967-B054-4358-86B9-017CB409F92E}" type="sibTrans" cxnId="{8A11DEAE-913B-473F-B160-BA586D028F39}">
      <dgm:prSet/>
      <dgm:spPr/>
      <dgm:t>
        <a:bodyPr/>
        <a:lstStyle/>
        <a:p>
          <a:endParaRPr lang="en-US"/>
        </a:p>
      </dgm:t>
    </dgm:pt>
    <dgm:pt modelId="{09CF80CB-4BC3-4E85-B2DC-5B055A531069}">
      <dgm:prSet/>
      <dgm:spPr/>
      <dgm:t>
        <a:bodyPr/>
        <a:lstStyle/>
        <a:p>
          <a:r>
            <a:rPr lang="en-US" altLang="en-US" b="1">
              <a:latin typeface="Times New Roman" panose="02020603050405020304" pitchFamily="18" charset="0"/>
              <a:cs typeface="Times New Roman" panose="02020603050405020304" pitchFamily="18" charset="0"/>
            </a:rPr>
            <a:t>Traceability</a:t>
          </a:r>
          <a:endParaRPr lang="en-IN"/>
        </a:p>
      </dgm:t>
    </dgm:pt>
    <dgm:pt modelId="{92AA33DA-4B3E-4124-AC23-474BE8159236}" type="parTrans" cxnId="{9769561D-CCD7-4D32-916E-C22FCAFF290A}">
      <dgm:prSet/>
      <dgm:spPr/>
      <dgm:t>
        <a:bodyPr/>
        <a:lstStyle/>
        <a:p>
          <a:endParaRPr lang="en-US"/>
        </a:p>
      </dgm:t>
    </dgm:pt>
    <dgm:pt modelId="{E410CA08-F144-4755-B487-3857F006C7A3}" type="sibTrans" cxnId="{9769561D-CCD7-4D32-916E-C22FCAFF290A}">
      <dgm:prSet/>
      <dgm:spPr/>
      <dgm:t>
        <a:bodyPr/>
        <a:lstStyle/>
        <a:p>
          <a:endParaRPr lang="en-US"/>
        </a:p>
      </dgm:t>
    </dgm:pt>
    <dgm:pt modelId="{6B577CD6-6DBF-4F2E-8440-5E5156E6C803}" type="pres">
      <dgm:prSet presAssocID="{03C63233-9A3E-42F5-8AD9-B15CF5527D36}" presName="linear" presStyleCnt="0">
        <dgm:presLayoutVars>
          <dgm:dir/>
          <dgm:animLvl val="lvl"/>
          <dgm:resizeHandles val="exact"/>
        </dgm:presLayoutVars>
      </dgm:prSet>
      <dgm:spPr/>
    </dgm:pt>
    <dgm:pt modelId="{E873294A-8778-4698-9052-996CC57C77B5}" type="pres">
      <dgm:prSet presAssocID="{642EBC2D-3FC4-4957-B528-0589E1F1D921}" presName="parentLin" presStyleCnt="0"/>
      <dgm:spPr/>
    </dgm:pt>
    <dgm:pt modelId="{596B15D2-055E-42E2-84C6-5288A49C5AFD}" type="pres">
      <dgm:prSet presAssocID="{642EBC2D-3FC4-4957-B528-0589E1F1D921}" presName="parentLeftMargin" presStyleLbl="node1" presStyleIdx="0" presStyleCnt="5"/>
      <dgm:spPr/>
    </dgm:pt>
    <dgm:pt modelId="{89AF0094-6002-465E-A9BC-C74633D9CCB4}" type="pres">
      <dgm:prSet presAssocID="{642EBC2D-3FC4-4957-B528-0589E1F1D92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D0B8DF7-8BEC-481B-87E6-207B0D1220B4}" type="pres">
      <dgm:prSet presAssocID="{642EBC2D-3FC4-4957-B528-0589E1F1D921}" presName="negativeSpace" presStyleCnt="0"/>
      <dgm:spPr/>
    </dgm:pt>
    <dgm:pt modelId="{7618AD9E-A012-45A8-BDAA-ACB564C3B3C9}" type="pres">
      <dgm:prSet presAssocID="{642EBC2D-3FC4-4957-B528-0589E1F1D921}" presName="childText" presStyleLbl="conFgAcc1" presStyleIdx="0" presStyleCnt="5">
        <dgm:presLayoutVars>
          <dgm:bulletEnabled val="1"/>
        </dgm:presLayoutVars>
      </dgm:prSet>
      <dgm:spPr/>
    </dgm:pt>
    <dgm:pt modelId="{C53C50C4-8906-4347-B0CD-3CE6455F402B}" type="pres">
      <dgm:prSet presAssocID="{2B1D5AE7-DE83-4570-BE50-9CA7E83363ED}" presName="spaceBetweenRectangles" presStyleCnt="0"/>
      <dgm:spPr/>
    </dgm:pt>
    <dgm:pt modelId="{46C53752-2D2D-47AA-A43D-EA14517F7C5E}" type="pres">
      <dgm:prSet presAssocID="{3F06B6C1-AE8C-4015-8C0C-9B8857ABC473}" presName="parentLin" presStyleCnt="0"/>
      <dgm:spPr/>
    </dgm:pt>
    <dgm:pt modelId="{071F7C68-28E2-4CCB-A86B-BAD1E89F308E}" type="pres">
      <dgm:prSet presAssocID="{3F06B6C1-AE8C-4015-8C0C-9B8857ABC473}" presName="parentLeftMargin" presStyleLbl="node1" presStyleIdx="0" presStyleCnt="5"/>
      <dgm:spPr/>
    </dgm:pt>
    <dgm:pt modelId="{324914C4-7FAC-4BD0-874D-3B244977B535}" type="pres">
      <dgm:prSet presAssocID="{3F06B6C1-AE8C-4015-8C0C-9B8857ABC47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27C7BAA-BC24-4DCA-A7C9-382F961DBA5D}" type="pres">
      <dgm:prSet presAssocID="{3F06B6C1-AE8C-4015-8C0C-9B8857ABC473}" presName="negativeSpace" presStyleCnt="0"/>
      <dgm:spPr/>
    </dgm:pt>
    <dgm:pt modelId="{8A288E8B-A5F7-4A7A-9419-ED28AE150856}" type="pres">
      <dgm:prSet presAssocID="{3F06B6C1-AE8C-4015-8C0C-9B8857ABC473}" presName="childText" presStyleLbl="conFgAcc1" presStyleIdx="1" presStyleCnt="5">
        <dgm:presLayoutVars>
          <dgm:bulletEnabled val="1"/>
        </dgm:presLayoutVars>
      </dgm:prSet>
      <dgm:spPr/>
    </dgm:pt>
    <dgm:pt modelId="{584677C8-FE3E-47BE-BE4F-770C2D961EC1}" type="pres">
      <dgm:prSet presAssocID="{E124FD53-ADE2-413D-9099-33D8B8229307}" presName="spaceBetweenRectangles" presStyleCnt="0"/>
      <dgm:spPr/>
    </dgm:pt>
    <dgm:pt modelId="{058980BF-4A31-4B5D-B001-F4F2266E3D32}" type="pres">
      <dgm:prSet presAssocID="{E7395715-230C-4F9E-AC34-85649D47501C}" presName="parentLin" presStyleCnt="0"/>
      <dgm:spPr/>
    </dgm:pt>
    <dgm:pt modelId="{BCB340F7-E3B4-4A4D-8839-9314076DF561}" type="pres">
      <dgm:prSet presAssocID="{E7395715-230C-4F9E-AC34-85649D47501C}" presName="parentLeftMargin" presStyleLbl="node1" presStyleIdx="1" presStyleCnt="5"/>
      <dgm:spPr/>
    </dgm:pt>
    <dgm:pt modelId="{B431D07D-9C95-4DC6-9F58-CBEF3DE688E9}" type="pres">
      <dgm:prSet presAssocID="{E7395715-230C-4F9E-AC34-85649D47501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AEC1B4E-DFB9-4A56-84FA-3AB91971960C}" type="pres">
      <dgm:prSet presAssocID="{E7395715-230C-4F9E-AC34-85649D47501C}" presName="negativeSpace" presStyleCnt="0"/>
      <dgm:spPr/>
    </dgm:pt>
    <dgm:pt modelId="{96C78DAE-83DF-4DAC-BADA-0E99DE0F9041}" type="pres">
      <dgm:prSet presAssocID="{E7395715-230C-4F9E-AC34-85649D47501C}" presName="childText" presStyleLbl="conFgAcc1" presStyleIdx="2" presStyleCnt="5">
        <dgm:presLayoutVars>
          <dgm:bulletEnabled val="1"/>
        </dgm:presLayoutVars>
      </dgm:prSet>
      <dgm:spPr/>
    </dgm:pt>
    <dgm:pt modelId="{47537A09-6939-4D78-8CD9-B31B68DB243A}" type="pres">
      <dgm:prSet presAssocID="{1DAC032E-EFB5-43F1-9146-34689B8ADA44}" presName="spaceBetweenRectangles" presStyleCnt="0"/>
      <dgm:spPr/>
    </dgm:pt>
    <dgm:pt modelId="{7F4D86FA-530A-466A-8A19-47D7EF62E052}" type="pres">
      <dgm:prSet presAssocID="{B7F747FD-91F4-4F07-AF8B-AF42510075C7}" presName="parentLin" presStyleCnt="0"/>
      <dgm:spPr/>
    </dgm:pt>
    <dgm:pt modelId="{3DFD9134-E1A5-437A-B854-6C8254C758D7}" type="pres">
      <dgm:prSet presAssocID="{B7F747FD-91F4-4F07-AF8B-AF42510075C7}" presName="parentLeftMargin" presStyleLbl="node1" presStyleIdx="2" presStyleCnt="5"/>
      <dgm:spPr/>
    </dgm:pt>
    <dgm:pt modelId="{126690F7-6A68-4CDF-BE63-D25748C5E51E}" type="pres">
      <dgm:prSet presAssocID="{B7F747FD-91F4-4F07-AF8B-AF42510075C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4A97E99-3B93-4C7F-994A-B3CC4ACA9D8B}" type="pres">
      <dgm:prSet presAssocID="{B7F747FD-91F4-4F07-AF8B-AF42510075C7}" presName="negativeSpace" presStyleCnt="0"/>
      <dgm:spPr/>
    </dgm:pt>
    <dgm:pt modelId="{1B204BFA-C311-4AB0-8210-07ABD6B4EC8E}" type="pres">
      <dgm:prSet presAssocID="{B7F747FD-91F4-4F07-AF8B-AF42510075C7}" presName="childText" presStyleLbl="conFgAcc1" presStyleIdx="3" presStyleCnt="5">
        <dgm:presLayoutVars>
          <dgm:bulletEnabled val="1"/>
        </dgm:presLayoutVars>
      </dgm:prSet>
      <dgm:spPr/>
    </dgm:pt>
    <dgm:pt modelId="{95C6DE1E-F799-4239-B3CF-94BBDF573897}" type="pres">
      <dgm:prSet presAssocID="{E63BD967-B054-4358-86B9-017CB409F92E}" presName="spaceBetweenRectangles" presStyleCnt="0"/>
      <dgm:spPr/>
    </dgm:pt>
    <dgm:pt modelId="{2AD555CE-84A7-40C4-A166-0A7FF91B3636}" type="pres">
      <dgm:prSet presAssocID="{09CF80CB-4BC3-4E85-B2DC-5B055A531069}" presName="parentLin" presStyleCnt="0"/>
      <dgm:spPr/>
    </dgm:pt>
    <dgm:pt modelId="{DB014302-8E52-4F2E-8427-332A0383D53D}" type="pres">
      <dgm:prSet presAssocID="{09CF80CB-4BC3-4E85-B2DC-5B055A531069}" presName="parentLeftMargin" presStyleLbl="node1" presStyleIdx="3" presStyleCnt="5"/>
      <dgm:spPr/>
    </dgm:pt>
    <dgm:pt modelId="{50F7666C-6449-4330-A4D2-5E29FD4AFB04}" type="pres">
      <dgm:prSet presAssocID="{09CF80CB-4BC3-4E85-B2DC-5B055A531069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4E81710-01EB-42DD-AE56-07FA46F746CF}" type="pres">
      <dgm:prSet presAssocID="{09CF80CB-4BC3-4E85-B2DC-5B055A531069}" presName="negativeSpace" presStyleCnt="0"/>
      <dgm:spPr/>
    </dgm:pt>
    <dgm:pt modelId="{7E811226-A501-4297-B266-AC48C8DF4706}" type="pres">
      <dgm:prSet presAssocID="{09CF80CB-4BC3-4E85-B2DC-5B055A531069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D00AB605-518C-47EB-9775-AB1057213F5C}" type="presOf" srcId="{03C63233-9A3E-42F5-8AD9-B15CF5527D36}" destId="{6B577CD6-6DBF-4F2E-8440-5E5156E6C803}" srcOrd="0" destOrd="0" presId="urn:microsoft.com/office/officeart/2005/8/layout/list1"/>
    <dgm:cxn modelId="{01D05B0E-43C0-4BA0-9CCD-17A1DEB54317}" type="presOf" srcId="{B7F747FD-91F4-4F07-AF8B-AF42510075C7}" destId="{126690F7-6A68-4CDF-BE63-D25748C5E51E}" srcOrd="1" destOrd="0" presId="urn:microsoft.com/office/officeart/2005/8/layout/list1"/>
    <dgm:cxn modelId="{9769561D-CCD7-4D32-916E-C22FCAFF290A}" srcId="{03C63233-9A3E-42F5-8AD9-B15CF5527D36}" destId="{09CF80CB-4BC3-4E85-B2DC-5B055A531069}" srcOrd="4" destOrd="0" parTransId="{92AA33DA-4B3E-4124-AC23-474BE8159236}" sibTransId="{E410CA08-F144-4755-B487-3857F006C7A3}"/>
    <dgm:cxn modelId="{BB1B8B28-DBBE-40A9-B267-42384F534959}" type="presOf" srcId="{3F06B6C1-AE8C-4015-8C0C-9B8857ABC473}" destId="{071F7C68-28E2-4CCB-A86B-BAD1E89F308E}" srcOrd="0" destOrd="0" presId="urn:microsoft.com/office/officeart/2005/8/layout/list1"/>
    <dgm:cxn modelId="{8D604A29-8C32-44DF-8873-784DC88EE68C}" srcId="{03C63233-9A3E-42F5-8AD9-B15CF5527D36}" destId="{3F06B6C1-AE8C-4015-8C0C-9B8857ABC473}" srcOrd="1" destOrd="0" parTransId="{7EC6616D-62F3-43D4-B2C5-2850713BC771}" sibTransId="{E124FD53-ADE2-413D-9099-33D8B8229307}"/>
    <dgm:cxn modelId="{8F53BE29-E768-4FE9-B732-A56C83E23A16}" type="presOf" srcId="{09CF80CB-4BC3-4E85-B2DC-5B055A531069}" destId="{50F7666C-6449-4330-A4D2-5E29FD4AFB04}" srcOrd="1" destOrd="0" presId="urn:microsoft.com/office/officeart/2005/8/layout/list1"/>
    <dgm:cxn modelId="{1A54652D-5163-4DF8-9213-7BDC32FE08FA}" srcId="{03C63233-9A3E-42F5-8AD9-B15CF5527D36}" destId="{642EBC2D-3FC4-4957-B528-0589E1F1D921}" srcOrd="0" destOrd="0" parTransId="{F4242003-7B0B-4C0C-972C-B7764AA1F4EC}" sibTransId="{2B1D5AE7-DE83-4570-BE50-9CA7E83363ED}"/>
    <dgm:cxn modelId="{111DF32F-DB75-45EF-8DC4-6BC4EE301CD1}" type="presOf" srcId="{09CF80CB-4BC3-4E85-B2DC-5B055A531069}" destId="{DB014302-8E52-4F2E-8427-332A0383D53D}" srcOrd="0" destOrd="0" presId="urn:microsoft.com/office/officeart/2005/8/layout/list1"/>
    <dgm:cxn modelId="{1FC5F439-EE77-4459-9C31-165CEDE6564B}" type="presOf" srcId="{642EBC2D-3FC4-4957-B528-0589E1F1D921}" destId="{89AF0094-6002-465E-A9BC-C74633D9CCB4}" srcOrd="1" destOrd="0" presId="urn:microsoft.com/office/officeart/2005/8/layout/list1"/>
    <dgm:cxn modelId="{AC604C40-1248-4FF2-8D59-B3BFFC840F6E}" type="presOf" srcId="{E7395715-230C-4F9E-AC34-85649D47501C}" destId="{BCB340F7-E3B4-4A4D-8839-9314076DF561}" srcOrd="0" destOrd="0" presId="urn:microsoft.com/office/officeart/2005/8/layout/list1"/>
    <dgm:cxn modelId="{BADE2A76-31C2-4E59-B931-AB07867D8124}" type="presOf" srcId="{B7F747FD-91F4-4F07-AF8B-AF42510075C7}" destId="{3DFD9134-E1A5-437A-B854-6C8254C758D7}" srcOrd="0" destOrd="0" presId="urn:microsoft.com/office/officeart/2005/8/layout/list1"/>
    <dgm:cxn modelId="{FECD6683-FDD9-4F6A-AB1B-65C35FDECE25}" type="presOf" srcId="{642EBC2D-3FC4-4957-B528-0589E1F1D921}" destId="{596B15D2-055E-42E2-84C6-5288A49C5AFD}" srcOrd="0" destOrd="0" presId="urn:microsoft.com/office/officeart/2005/8/layout/list1"/>
    <dgm:cxn modelId="{E81AF488-EB0A-4EDA-9581-E4254A2EADB1}" type="presOf" srcId="{E7395715-230C-4F9E-AC34-85649D47501C}" destId="{B431D07D-9C95-4DC6-9F58-CBEF3DE688E9}" srcOrd="1" destOrd="0" presId="urn:microsoft.com/office/officeart/2005/8/layout/list1"/>
    <dgm:cxn modelId="{8A11DEAE-913B-473F-B160-BA586D028F39}" srcId="{03C63233-9A3E-42F5-8AD9-B15CF5527D36}" destId="{B7F747FD-91F4-4F07-AF8B-AF42510075C7}" srcOrd="3" destOrd="0" parTransId="{F5CEE0D5-53C6-452B-B8FE-93AAD1D5F6EA}" sibTransId="{E63BD967-B054-4358-86B9-017CB409F92E}"/>
    <dgm:cxn modelId="{BEEA83B7-47F7-49F3-886C-DE70E425E8CF}" srcId="{03C63233-9A3E-42F5-8AD9-B15CF5527D36}" destId="{E7395715-230C-4F9E-AC34-85649D47501C}" srcOrd="2" destOrd="0" parTransId="{D7C2DD47-ABCE-4CAF-BC1C-DEB538EECD8F}" sibTransId="{1DAC032E-EFB5-43F1-9146-34689B8ADA44}"/>
    <dgm:cxn modelId="{09445BCB-7024-4301-AE7A-78D6A84995E4}" type="presOf" srcId="{3F06B6C1-AE8C-4015-8C0C-9B8857ABC473}" destId="{324914C4-7FAC-4BD0-874D-3B244977B535}" srcOrd="1" destOrd="0" presId="urn:microsoft.com/office/officeart/2005/8/layout/list1"/>
    <dgm:cxn modelId="{2F4D97C1-2DC5-4656-8BCD-BC2C76119143}" type="presParOf" srcId="{6B577CD6-6DBF-4F2E-8440-5E5156E6C803}" destId="{E873294A-8778-4698-9052-996CC57C77B5}" srcOrd="0" destOrd="0" presId="urn:microsoft.com/office/officeart/2005/8/layout/list1"/>
    <dgm:cxn modelId="{FB664370-2DA3-48B5-A484-56EA8114C0A3}" type="presParOf" srcId="{E873294A-8778-4698-9052-996CC57C77B5}" destId="{596B15D2-055E-42E2-84C6-5288A49C5AFD}" srcOrd="0" destOrd="0" presId="urn:microsoft.com/office/officeart/2005/8/layout/list1"/>
    <dgm:cxn modelId="{61385584-278D-4615-860C-6FA6D0515581}" type="presParOf" srcId="{E873294A-8778-4698-9052-996CC57C77B5}" destId="{89AF0094-6002-465E-A9BC-C74633D9CCB4}" srcOrd="1" destOrd="0" presId="urn:microsoft.com/office/officeart/2005/8/layout/list1"/>
    <dgm:cxn modelId="{6A28F555-8E37-4F2A-B959-885FAEF95B21}" type="presParOf" srcId="{6B577CD6-6DBF-4F2E-8440-5E5156E6C803}" destId="{6D0B8DF7-8BEC-481B-87E6-207B0D1220B4}" srcOrd="1" destOrd="0" presId="urn:microsoft.com/office/officeart/2005/8/layout/list1"/>
    <dgm:cxn modelId="{29F27149-3BD7-4D59-B951-6A903854A6B2}" type="presParOf" srcId="{6B577CD6-6DBF-4F2E-8440-5E5156E6C803}" destId="{7618AD9E-A012-45A8-BDAA-ACB564C3B3C9}" srcOrd="2" destOrd="0" presId="urn:microsoft.com/office/officeart/2005/8/layout/list1"/>
    <dgm:cxn modelId="{2878B0CE-0F61-4311-AA07-13AE12A3AF9E}" type="presParOf" srcId="{6B577CD6-6DBF-4F2E-8440-5E5156E6C803}" destId="{C53C50C4-8906-4347-B0CD-3CE6455F402B}" srcOrd="3" destOrd="0" presId="urn:microsoft.com/office/officeart/2005/8/layout/list1"/>
    <dgm:cxn modelId="{0FCC7692-7426-4685-9324-C57B1351F18E}" type="presParOf" srcId="{6B577CD6-6DBF-4F2E-8440-5E5156E6C803}" destId="{46C53752-2D2D-47AA-A43D-EA14517F7C5E}" srcOrd="4" destOrd="0" presId="urn:microsoft.com/office/officeart/2005/8/layout/list1"/>
    <dgm:cxn modelId="{B46EAA2F-9120-4BB1-BBFC-2E8CB908FE0D}" type="presParOf" srcId="{46C53752-2D2D-47AA-A43D-EA14517F7C5E}" destId="{071F7C68-28E2-4CCB-A86B-BAD1E89F308E}" srcOrd="0" destOrd="0" presId="urn:microsoft.com/office/officeart/2005/8/layout/list1"/>
    <dgm:cxn modelId="{EBC29E22-DA18-4FB9-8402-487A5A86F7F5}" type="presParOf" srcId="{46C53752-2D2D-47AA-A43D-EA14517F7C5E}" destId="{324914C4-7FAC-4BD0-874D-3B244977B535}" srcOrd="1" destOrd="0" presId="urn:microsoft.com/office/officeart/2005/8/layout/list1"/>
    <dgm:cxn modelId="{E65749AF-8290-4A44-A594-7E4B35E9FB37}" type="presParOf" srcId="{6B577CD6-6DBF-4F2E-8440-5E5156E6C803}" destId="{B27C7BAA-BC24-4DCA-A7C9-382F961DBA5D}" srcOrd="5" destOrd="0" presId="urn:microsoft.com/office/officeart/2005/8/layout/list1"/>
    <dgm:cxn modelId="{7557CC4A-0906-49EC-9156-AFB3006D96EE}" type="presParOf" srcId="{6B577CD6-6DBF-4F2E-8440-5E5156E6C803}" destId="{8A288E8B-A5F7-4A7A-9419-ED28AE150856}" srcOrd="6" destOrd="0" presId="urn:microsoft.com/office/officeart/2005/8/layout/list1"/>
    <dgm:cxn modelId="{3F31606D-078A-4C40-8742-A593EB051378}" type="presParOf" srcId="{6B577CD6-6DBF-4F2E-8440-5E5156E6C803}" destId="{584677C8-FE3E-47BE-BE4F-770C2D961EC1}" srcOrd="7" destOrd="0" presId="urn:microsoft.com/office/officeart/2005/8/layout/list1"/>
    <dgm:cxn modelId="{EC071B9A-0641-4469-87DC-AEA73C72AD79}" type="presParOf" srcId="{6B577CD6-6DBF-4F2E-8440-5E5156E6C803}" destId="{058980BF-4A31-4B5D-B001-F4F2266E3D32}" srcOrd="8" destOrd="0" presId="urn:microsoft.com/office/officeart/2005/8/layout/list1"/>
    <dgm:cxn modelId="{3D3A02B1-8525-4C55-81D7-363AD54FFCEF}" type="presParOf" srcId="{058980BF-4A31-4B5D-B001-F4F2266E3D32}" destId="{BCB340F7-E3B4-4A4D-8839-9314076DF561}" srcOrd="0" destOrd="0" presId="urn:microsoft.com/office/officeart/2005/8/layout/list1"/>
    <dgm:cxn modelId="{03B50D39-4662-4F32-B27D-F1BBD3219433}" type="presParOf" srcId="{058980BF-4A31-4B5D-B001-F4F2266E3D32}" destId="{B431D07D-9C95-4DC6-9F58-CBEF3DE688E9}" srcOrd="1" destOrd="0" presId="urn:microsoft.com/office/officeart/2005/8/layout/list1"/>
    <dgm:cxn modelId="{B74A93B5-241C-4C42-ADB5-F6FF8EB2E740}" type="presParOf" srcId="{6B577CD6-6DBF-4F2E-8440-5E5156E6C803}" destId="{9AEC1B4E-DFB9-4A56-84FA-3AB91971960C}" srcOrd="9" destOrd="0" presId="urn:microsoft.com/office/officeart/2005/8/layout/list1"/>
    <dgm:cxn modelId="{78021096-B906-4245-AB7C-724A321D1F8C}" type="presParOf" srcId="{6B577CD6-6DBF-4F2E-8440-5E5156E6C803}" destId="{96C78DAE-83DF-4DAC-BADA-0E99DE0F9041}" srcOrd="10" destOrd="0" presId="urn:microsoft.com/office/officeart/2005/8/layout/list1"/>
    <dgm:cxn modelId="{4148C8DA-C1BD-4F01-8C14-94F81D9FCFC7}" type="presParOf" srcId="{6B577CD6-6DBF-4F2E-8440-5E5156E6C803}" destId="{47537A09-6939-4D78-8CD9-B31B68DB243A}" srcOrd="11" destOrd="0" presId="urn:microsoft.com/office/officeart/2005/8/layout/list1"/>
    <dgm:cxn modelId="{DE299B53-1F0E-49FE-B646-23907815598B}" type="presParOf" srcId="{6B577CD6-6DBF-4F2E-8440-5E5156E6C803}" destId="{7F4D86FA-530A-466A-8A19-47D7EF62E052}" srcOrd="12" destOrd="0" presId="urn:microsoft.com/office/officeart/2005/8/layout/list1"/>
    <dgm:cxn modelId="{847F0B3E-9AEF-4650-9378-23DA63E31BC3}" type="presParOf" srcId="{7F4D86FA-530A-466A-8A19-47D7EF62E052}" destId="{3DFD9134-E1A5-437A-B854-6C8254C758D7}" srcOrd="0" destOrd="0" presId="urn:microsoft.com/office/officeart/2005/8/layout/list1"/>
    <dgm:cxn modelId="{85F13A22-A698-4AED-96BC-580A51C5C297}" type="presParOf" srcId="{7F4D86FA-530A-466A-8A19-47D7EF62E052}" destId="{126690F7-6A68-4CDF-BE63-D25748C5E51E}" srcOrd="1" destOrd="0" presId="urn:microsoft.com/office/officeart/2005/8/layout/list1"/>
    <dgm:cxn modelId="{D0F3C699-FEE3-4C58-A69D-C7F25F2C013F}" type="presParOf" srcId="{6B577CD6-6DBF-4F2E-8440-5E5156E6C803}" destId="{54A97E99-3B93-4C7F-994A-B3CC4ACA9D8B}" srcOrd="13" destOrd="0" presId="urn:microsoft.com/office/officeart/2005/8/layout/list1"/>
    <dgm:cxn modelId="{886A95B4-58E1-455A-BFA4-2BD92FBE0DAC}" type="presParOf" srcId="{6B577CD6-6DBF-4F2E-8440-5E5156E6C803}" destId="{1B204BFA-C311-4AB0-8210-07ABD6B4EC8E}" srcOrd="14" destOrd="0" presId="urn:microsoft.com/office/officeart/2005/8/layout/list1"/>
    <dgm:cxn modelId="{1ADFB917-2B36-434C-9B50-C943C5D599D3}" type="presParOf" srcId="{6B577CD6-6DBF-4F2E-8440-5E5156E6C803}" destId="{95C6DE1E-F799-4239-B3CF-94BBDF573897}" srcOrd="15" destOrd="0" presId="urn:microsoft.com/office/officeart/2005/8/layout/list1"/>
    <dgm:cxn modelId="{1E13E3BD-BDC2-42D1-A67D-457CDDE64387}" type="presParOf" srcId="{6B577CD6-6DBF-4F2E-8440-5E5156E6C803}" destId="{2AD555CE-84A7-40C4-A166-0A7FF91B3636}" srcOrd="16" destOrd="0" presId="urn:microsoft.com/office/officeart/2005/8/layout/list1"/>
    <dgm:cxn modelId="{8795A77F-0A54-4EE9-9C79-7D2CFB119595}" type="presParOf" srcId="{2AD555CE-84A7-40C4-A166-0A7FF91B3636}" destId="{DB014302-8E52-4F2E-8427-332A0383D53D}" srcOrd="0" destOrd="0" presId="urn:microsoft.com/office/officeart/2005/8/layout/list1"/>
    <dgm:cxn modelId="{0E70FD59-8EEA-48A5-B100-9D72B7D5EDFE}" type="presParOf" srcId="{2AD555CE-84A7-40C4-A166-0A7FF91B3636}" destId="{50F7666C-6449-4330-A4D2-5E29FD4AFB04}" srcOrd="1" destOrd="0" presId="urn:microsoft.com/office/officeart/2005/8/layout/list1"/>
    <dgm:cxn modelId="{7ED12F1F-5B4F-4087-A9E0-CB2F28E7D12D}" type="presParOf" srcId="{6B577CD6-6DBF-4F2E-8440-5E5156E6C803}" destId="{44E81710-01EB-42DD-AE56-07FA46F746CF}" srcOrd="17" destOrd="0" presId="urn:microsoft.com/office/officeart/2005/8/layout/list1"/>
    <dgm:cxn modelId="{ED880AF5-D63F-4F83-BAE6-C19480B00AB6}" type="presParOf" srcId="{6B577CD6-6DBF-4F2E-8440-5E5156E6C803}" destId="{7E811226-A501-4297-B266-AC48C8DF4706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B66E6C-EB02-4AC1-9F19-734AF76D77B7}">
      <dsp:nvSpPr>
        <dsp:cNvPr id="0" name=""/>
        <dsp:cNvSpPr/>
      </dsp:nvSpPr>
      <dsp:spPr>
        <a:xfrm>
          <a:off x="2639267" y="374"/>
          <a:ext cx="5725448" cy="520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Embedded Systems &amp; Diagnostics E</a:t>
          </a:r>
          <a:r>
            <a:rPr lang="en-US" alt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ngineer</a:t>
          </a:r>
          <a:endParaRPr lang="en-US" sz="1300" kern="1200" dirty="0"/>
        </a:p>
      </dsp:txBody>
      <dsp:txXfrm>
        <a:off x="2639267" y="374"/>
        <a:ext cx="5725448" cy="520495"/>
      </dsp:txXfrm>
    </dsp:sp>
    <dsp:sp modelId="{8531737E-7CD2-431F-9A06-883D340B8231}">
      <dsp:nvSpPr>
        <dsp:cNvPr id="0" name=""/>
        <dsp:cNvSpPr/>
      </dsp:nvSpPr>
      <dsp:spPr>
        <a:xfrm>
          <a:off x="2639267" y="568109"/>
          <a:ext cx="1339754" cy="965787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9BC9BA9-BDA6-4954-AC46-A306AE4665D4}">
      <dsp:nvSpPr>
        <dsp:cNvPr id="0" name=""/>
        <dsp:cNvSpPr/>
      </dsp:nvSpPr>
      <dsp:spPr>
        <a:xfrm>
          <a:off x="3444011" y="520869"/>
          <a:ext cx="1339754" cy="1060268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B3E67F6-F73B-4286-A671-AF21407CCA19}">
      <dsp:nvSpPr>
        <dsp:cNvPr id="0" name=""/>
        <dsp:cNvSpPr/>
      </dsp:nvSpPr>
      <dsp:spPr>
        <a:xfrm>
          <a:off x="4249391" y="520869"/>
          <a:ext cx="1339754" cy="1060268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B8FD907-30BD-4801-91F7-34DE4E56C84C}">
      <dsp:nvSpPr>
        <dsp:cNvPr id="0" name=""/>
        <dsp:cNvSpPr/>
      </dsp:nvSpPr>
      <dsp:spPr>
        <a:xfrm>
          <a:off x="5054134" y="520869"/>
          <a:ext cx="1339754" cy="1060268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9015D31-4893-46AA-B3A0-1C45CE6E08E4}">
      <dsp:nvSpPr>
        <dsp:cNvPr id="0" name=""/>
        <dsp:cNvSpPr/>
      </dsp:nvSpPr>
      <dsp:spPr>
        <a:xfrm>
          <a:off x="5859514" y="520869"/>
          <a:ext cx="1339754" cy="1060268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5831F18-B32A-4C58-AB1C-3B049CF11991}">
      <dsp:nvSpPr>
        <dsp:cNvPr id="0" name=""/>
        <dsp:cNvSpPr/>
      </dsp:nvSpPr>
      <dsp:spPr>
        <a:xfrm>
          <a:off x="6664258" y="520869"/>
          <a:ext cx="1339754" cy="1060268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711C0D8-DACC-4FA3-9159-1E987137DE0C}">
      <dsp:nvSpPr>
        <dsp:cNvPr id="0" name=""/>
        <dsp:cNvSpPr/>
      </dsp:nvSpPr>
      <dsp:spPr>
        <a:xfrm>
          <a:off x="7469638" y="520869"/>
          <a:ext cx="1339754" cy="1060268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EF18EC2-03B6-4B93-B9B4-9BF52B0BD5AE}">
      <dsp:nvSpPr>
        <dsp:cNvPr id="0" name=""/>
        <dsp:cNvSpPr/>
      </dsp:nvSpPr>
      <dsp:spPr>
        <a:xfrm>
          <a:off x="2639267" y="626896"/>
          <a:ext cx="5799879" cy="84821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alt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alt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Responsible for developing the BCM software, implementing CANFD and UDS protocols, and handling diagnostic testing and fault simulation</a:t>
          </a:r>
          <a:r>
            <a:rPr lang="en-US" alt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400" kern="1200" dirty="0"/>
        </a:p>
      </dsp:txBody>
      <dsp:txXfrm>
        <a:off x="2639267" y="626896"/>
        <a:ext cx="5799879" cy="848214"/>
      </dsp:txXfrm>
    </dsp:sp>
    <dsp:sp modelId="{2DB0C0A3-E495-43F8-AFC8-9F41EADBE200}">
      <dsp:nvSpPr>
        <dsp:cNvPr id="0" name=""/>
        <dsp:cNvSpPr/>
      </dsp:nvSpPr>
      <dsp:spPr>
        <a:xfrm>
          <a:off x="2639267" y="1635046"/>
          <a:ext cx="5725448" cy="520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Hardware Integration &amp; Testing Engineer</a:t>
          </a:r>
          <a:endParaRPr lang="en-US" sz="2400" kern="1200" dirty="0"/>
        </a:p>
      </dsp:txBody>
      <dsp:txXfrm>
        <a:off x="2639267" y="1635046"/>
        <a:ext cx="5725448" cy="520495"/>
      </dsp:txXfrm>
    </dsp:sp>
    <dsp:sp modelId="{4A0318F5-9152-45D1-88CE-4EF1E61F36BE}">
      <dsp:nvSpPr>
        <dsp:cNvPr id="0" name=""/>
        <dsp:cNvSpPr/>
      </dsp:nvSpPr>
      <dsp:spPr>
        <a:xfrm>
          <a:off x="2639267" y="2155542"/>
          <a:ext cx="1339754" cy="1060268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18ACB27-B246-406C-9F70-F05556E9D75A}">
      <dsp:nvSpPr>
        <dsp:cNvPr id="0" name=""/>
        <dsp:cNvSpPr/>
      </dsp:nvSpPr>
      <dsp:spPr>
        <a:xfrm>
          <a:off x="3444011" y="2155542"/>
          <a:ext cx="1339754" cy="1060268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6611F84-D193-4F41-842E-947AAF0B6FA9}">
      <dsp:nvSpPr>
        <dsp:cNvPr id="0" name=""/>
        <dsp:cNvSpPr/>
      </dsp:nvSpPr>
      <dsp:spPr>
        <a:xfrm>
          <a:off x="4249391" y="2155542"/>
          <a:ext cx="1339754" cy="1060268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F8D2CF6-1B23-4605-9F11-23E945DA0CC5}">
      <dsp:nvSpPr>
        <dsp:cNvPr id="0" name=""/>
        <dsp:cNvSpPr/>
      </dsp:nvSpPr>
      <dsp:spPr>
        <a:xfrm>
          <a:off x="5054134" y="2155542"/>
          <a:ext cx="1339754" cy="1060268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D8EC39D-9AF0-4727-AB5D-19AD6AAF19E1}">
      <dsp:nvSpPr>
        <dsp:cNvPr id="0" name=""/>
        <dsp:cNvSpPr/>
      </dsp:nvSpPr>
      <dsp:spPr>
        <a:xfrm>
          <a:off x="5859514" y="2155542"/>
          <a:ext cx="1339754" cy="1060268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42E6BDB-1BBA-446A-8943-5427F15741F3}">
      <dsp:nvSpPr>
        <dsp:cNvPr id="0" name=""/>
        <dsp:cNvSpPr/>
      </dsp:nvSpPr>
      <dsp:spPr>
        <a:xfrm>
          <a:off x="6664258" y="2155542"/>
          <a:ext cx="1339754" cy="1060268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DB51C9D-9F22-42E7-80AE-A0406300AB9D}">
      <dsp:nvSpPr>
        <dsp:cNvPr id="0" name=""/>
        <dsp:cNvSpPr/>
      </dsp:nvSpPr>
      <dsp:spPr>
        <a:xfrm>
          <a:off x="7469638" y="2155542"/>
          <a:ext cx="1339754" cy="1060268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E40F0D3-C1D2-4E1D-B3DA-944108F3CF3B}">
      <dsp:nvSpPr>
        <dsp:cNvPr id="0" name=""/>
        <dsp:cNvSpPr/>
      </dsp:nvSpPr>
      <dsp:spPr>
        <a:xfrm>
          <a:off x="2639267" y="2261568"/>
          <a:ext cx="5799879" cy="84821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alt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alt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Manages setup of the microcontroller, sensor/actuator interfacing, power management, and conducts system-level validation and testing.</a:t>
          </a:r>
          <a:endParaRPr lang="en-US" sz="1600" kern="1200" dirty="0"/>
        </a:p>
      </dsp:txBody>
      <dsp:txXfrm>
        <a:off x="2639267" y="2261568"/>
        <a:ext cx="5799879" cy="848214"/>
      </dsp:txXfrm>
    </dsp:sp>
    <dsp:sp modelId="{0F288FDC-213C-4A9D-9386-5805D8062599}">
      <dsp:nvSpPr>
        <dsp:cNvPr id="0" name=""/>
        <dsp:cNvSpPr/>
      </dsp:nvSpPr>
      <dsp:spPr>
        <a:xfrm>
          <a:off x="2639267" y="3269719"/>
          <a:ext cx="5725448" cy="520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Tool Development &amp; Project Coordinator</a:t>
          </a:r>
          <a:endParaRPr lang="en-US" sz="1300" kern="1200" dirty="0"/>
        </a:p>
      </dsp:txBody>
      <dsp:txXfrm>
        <a:off x="2639267" y="3269719"/>
        <a:ext cx="5725448" cy="520495"/>
      </dsp:txXfrm>
    </dsp:sp>
    <dsp:sp modelId="{779E8D03-756F-4FC9-AE38-EE24D5B319F8}">
      <dsp:nvSpPr>
        <dsp:cNvPr id="0" name=""/>
        <dsp:cNvSpPr/>
      </dsp:nvSpPr>
      <dsp:spPr>
        <a:xfrm>
          <a:off x="2639267" y="3790214"/>
          <a:ext cx="1339754" cy="1060268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8A0B5F4-D7FE-4B84-94DF-A73B9AE93B63}">
      <dsp:nvSpPr>
        <dsp:cNvPr id="0" name=""/>
        <dsp:cNvSpPr/>
      </dsp:nvSpPr>
      <dsp:spPr>
        <a:xfrm>
          <a:off x="3444011" y="3790214"/>
          <a:ext cx="1339754" cy="1060268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8FE29BA-A889-4974-BD1C-69B55A01CF78}">
      <dsp:nvSpPr>
        <dsp:cNvPr id="0" name=""/>
        <dsp:cNvSpPr/>
      </dsp:nvSpPr>
      <dsp:spPr>
        <a:xfrm>
          <a:off x="4249391" y="3790214"/>
          <a:ext cx="1339754" cy="1060268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A163CF9-428C-458E-81C7-0A5F64F6C533}">
      <dsp:nvSpPr>
        <dsp:cNvPr id="0" name=""/>
        <dsp:cNvSpPr/>
      </dsp:nvSpPr>
      <dsp:spPr>
        <a:xfrm>
          <a:off x="5054134" y="3790214"/>
          <a:ext cx="1339754" cy="1060268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5C26068-5FAC-44A5-9E9A-89D70783EC35}">
      <dsp:nvSpPr>
        <dsp:cNvPr id="0" name=""/>
        <dsp:cNvSpPr/>
      </dsp:nvSpPr>
      <dsp:spPr>
        <a:xfrm>
          <a:off x="5859514" y="3790214"/>
          <a:ext cx="1339754" cy="1060268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11D5C8D-931D-414E-B88E-6F3DBC9DE6ED}">
      <dsp:nvSpPr>
        <dsp:cNvPr id="0" name=""/>
        <dsp:cNvSpPr/>
      </dsp:nvSpPr>
      <dsp:spPr>
        <a:xfrm>
          <a:off x="6664258" y="3790214"/>
          <a:ext cx="1339754" cy="1060268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34E5C76-E643-4E79-87F3-4622E2AB5780}">
      <dsp:nvSpPr>
        <dsp:cNvPr id="0" name=""/>
        <dsp:cNvSpPr/>
      </dsp:nvSpPr>
      <dsp:spPr>
        <a:xfrm>
          <a:off x="7469638" y="3790214"/>
          <a:ext cx="1339754" cy="1060268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F06E210-ADD1-4A33-B4CA-7B2D696063BA}">
      <dsp:nvSpPr>
        <dsp:cNvPr id="0" name=""/>
        <dsp:cNvSpPr/>
      </dsp:nvSpPr>
      <dsp:spPr>
        <a:xfrm>
          <a:off x="2639267" y="3896241"/>
          <a:ext cx="5799879" cy="84821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alt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alt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Designs the real-time data visualization tool, maintains technical documentation, and oversees timeline tracking and team coordination.</a:t>
          </a:r>
          <a:endParaRPr lang="en-US" sz="1600" kern="1200" dirty="0"/>
        </a:p>
      </dsp:txBody>
      <dsp:txXfrm>
        <a:off x="2639267" y="3896241"/>
        <a:ext cx="5799879" cy="8482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8AD9E-A012-45A8-BDAA-ACB564C3B3C9}">
      <dsp:nvSpPr>
        <dsp:cNvPr id="0" name=""/>
        <dsp:cNvSpPr/>
      </dsp:nvSpPr>
      <dsp:spPr>
        <a:xfrm>
          <a:off x="0" y="398724"/>
          <a:ext cx="8261601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9AF0094-6002-465E-A9BC-C74633D9CCB4}">
      <dsp:nvSpPr>
        <dsp:cNvPr id="0" name=""/>
        <dsp:cNvSpPr/>
      </dsp:nvSpPr>
      <dsp:spPr>
        <a:xfrm>
          <a:off x="413080" y="74004"/>
          <a:ext cx="5783120" cy="649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8588" tIns="0" rIns="218588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Unit Testing </a:t>
          </a:r>
          <a:endParaRPr lang="en-US" sz="2200" kern="1200" dirty="0"/>
        </a:p>
      </dsp:txBody>
      <dsp:txXfrm>
        <a:off x="444783" y="105707"/>
        <a:ext cx="5719714" cy="586034"/>
      </dsp:txXfrm>
    </dsp:sp>
    <dsp:sp modelId="{8A288E8B-A5F7-4A7A-9419-ED28AE150856}">
      <dsp:nvSpPr>
        <dsp:cNvPr id="0" name=""/>
        <dsp:cNvSpPr/>
      </dsp:nvSpPr>
      <dsp:spPr>
        <a:xfrm>
          <a:off x="0" y="1396644"/>
          <a:ext cx="8261601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24914C4-7FAC-4BD0-874D-3B244977B535}">
      <dsp:nvSpPr>
        <dsp:cNvPr id="0" name=""/>
        <dsp:cNvSpPr/>
      </dsp:nvSpPr>
      <dsp:spPr>
        <a:xfrm>
          <a:off x="413080" y="1071924"/>
          <a:ext cx="5783120" cy="649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8588" tIns="0" rIns="218588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Integration Testing </a:t>
          </a:r>
          <a:endParaRPr lang="en-US" sz="2200" kern="1200" dirty="0"/>
        </a:p>
      </dsp:txBody>
      <dsp:txXfrm>
        <a:off x="444783" y="1103627"/>
        <a:ext cx="5719714" cy="586034"/>
      </dsp:txXfrm>
    </dsp:sp>
    <dsp:sp modelId="{96C78DAE-83DF-4DAC-BADA-0E99DE0F9041}">
      <dsp:nvSpPr>
        <dsp:cNvPr id="0" name=""/>
        <dsp:cNvSpPr/>
      </dsp:nvSpPr>
      <dsp:spPr>
        <a:xfrm>
          <a:off x="0" y="2394564"/>
          <a:ext cx="8261601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431D07D-9C95-4DC6-9F58-CBEF3DE688E9}">
      <dsp:nvSpPr>
        <dsp:cNvPr id="0" name=""/>
        <dsp:cNvSpPr/>
      </dsp:nvSpPr>
      <dsp:spPr>
        <a:xfrm>
          <a:off x="413080" y="2069844"/>
          <a:ext cx="5783120" cy="649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8588" tIns="0" rIns="218588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Fault Injection </a:t>
          </a:r>
          <a:endParaRPr lang="en-IN" sz="2200" kern="1200"/>
        </a:p>
      </dsp:txBody>
      <dsp:txXfrm>
        <a:off x="444783" y="2101547"/>
        <a:ext cx="5719714" cy="586034"/>
      </dsp:txXfrm>
    </dsp:sp>
    <dsp:sp modelId="{1B204BFA-C311-4AB0-8210-07ABD6B4EC8E}">
      <dsp:nvSpPr>
        <dsp:cNvPr id="0" name=""/>
        <dsp:cNvSpPr/>
      </dsp:nvSpPr>
      <dsp:spPr>
        <a:xfrm>
          <a:off x="0" y="3392484"/>
          <a:ext cx="8261601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26690F7-6A68-4CDF-BE63-D25748C5E51E}">
      <dsp:nvSpPr>
        <dsp:cNvPr id="0" name=""/>
        <dsp:cNvSpPr/>
      </dsp:nvSpPr>
      <dsp:spPr>
        <a:xfrm>
          <a:off x="413080" y="3067764"/>
          <a:ext cx="5783120" cy="649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8588" tIns="0" rIns="218588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OBD-II Testing </a:t>
          </a:r>
          <a:endParaRPr lang="en-IN" sz="2200" kern="1200"/>
        </a:p>
      </dsp:txBody>
      <dsp:txXfrm>
        <a:off x="444783" y="3099467"/>
        <a:ext cx="5719714" cy="586034"/>
      </dsp:txXfrm>
    </dsp:sp>
    <dsp:sp modelId="{7E811226-A501-4297-B266-AC48C8DF4706}">
      <dsp:nvSpPr>
        <dsp:cNvPr id="0" name=""/>
        <dsp:cNvSpPr/>
      </dsp:nvSpPr>
      <dsp:spPr>
        <a:xfrm>
          <a:off x="0" y="4390404"/>
          <a:ext cx="8261601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0F7666C-6449-4330-A4D2-5E29FD4AFB04}">
      <dsp:nvSpPr>
        <dsp:cNvPr id="0" name=""/>
        <dsp:cNvSpPr/>
      </dsp:nvSpPr>
      <dsp:spPr>
        <a:xfrm>
          <a:off x="413080" y="4065684"/>
          <a:ext cx="5783120" cy="649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8588" tIns="0" rIns="218588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Traceability</a:t>
          </a:r>
          <a:endParaRPr lang="en-IN" sz="2200" kern="1200"/>
        </a:p>
      </dsp:txBody>
      <dsp:txXfrm>
        <a:off x="444783" y="4097387"/>
        <a:ext cx="5719714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5F3B5-A29F-4192-BA4A-7E13838E587E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407E7-FC90-4B16-A78E-EF2402C862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159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1C06D-8F17-48E6-AFDE-D0F507B92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38EED1-598B-4FAD-AD03-81F33CBBE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EC565-071D-409D-9B3D-29516648D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21-04-2018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02455-9EC9-464E-B1D5-9A3DF512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13402-53FA-45A0-9E2A-58307D94C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1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3B8A0-7A4C-4EFA-9D84-164D2F2DD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CD0BD-26F8-4126-95C7-4B2D75BF5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7373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EB126-D844-4D9B-8BC1-D3E541B0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54671"/>
            <a:ext cx="2743200" cy="365125"/>
          </a:xfrm>
        </p:spPr>
        <p:txBody>
          <a:bodyPr/>
          <a:lstStyle/>
          <a:p>
            <a:r>
              <a:rPr lang="en-US"/>
              <a:t>21-04-2018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1E30B-F60C-498D-83EA-D74C80294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54671"/>
            <a:ext cx="4114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94047-8D55-4AB9-B42A-5816945B3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54671"/>
            <a:ext cx="2743200" cy="365125"/>
          </a:xfrm>
        </p:spPr>
        <p:txBody>
          <a:bodyPr/>
          <a:lstStyle/>
          <a:p>
            <a:fld id="{0412E82F-AB3F-48CD-864C-89ACCF5B33E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77F5FDD-939A-42C7-A0B6-07B606331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6002438"/>
            <a:ext cx="10515600" cy="34915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US"/>
              <a:t>Edit Master text styles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226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01540-61CB-4576-AA87-3A290B6E3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B28C2-FE73-45B1-B61C-A92460CA9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7BDA3-4528-445D-B000-F7D5EC847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21-04-2018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431FE-E7AF-4152-AF75-CBC8A1171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53549-822C-41FD-A29F-520021E41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930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FFD4-1CCB-42D0-BC89-2B303A06F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4AE8C-7B6D-424E-AAD9-68D4504D5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51CA8-EED0-4AD7-802D-B97511D2E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05225-997E-42B7-AB47-1DF47EAB1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21-04-2018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B3327-0A6A-4173-AD04-ACB4FBCBF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6083F-5514-454E-B8FE-AEE306D54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016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6C62-4AF5-413F-9606-96580255D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392A8-0864-4D9A-8160-435682DBE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0F3CE-84D5-472C-A399-FA506CF56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B513F-3F37-4CBB-8497-7736ACD1F8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73D042-7747-41F7-BC0E-54076B829B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0344CF-8C28-40FF-A18D-615F111C1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21-04-2018</a:t>
            </a:r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093A8F-3534-4A3C-A95E-8AA28CF63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E5E4A3-D9A4-44CB-AB6E-F0862B70E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162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740BE-69B8-41E8-8E29-C26E61309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72F67-3415-47DC-AA75-08486980F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21-04-2018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9E2F0-0552-4046-873E-E59EB764B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3F7FCB-ED2E-45DB-8987-0CF74C342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32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0CF219-DEBE-4C30-8C7B-60F09A50B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21-04-2018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B9C319-932B-416B-8165-3BB84DABD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01C73-1D50-4320-B7A9-514917373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356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B6891-1275-4B99-8887-3F935E862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11C51-9B53-4A7A-BF78-CEE4FCF51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629A8-7303-41AD-B2C4-5A5F4340E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ACE52-5F00-4955-9342-CAF8508BC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21-04-2018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61777-526E-4121-9A54-F257F48F0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6EAED-3CE5-48F1-9EC0-F1F94FAC8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055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F14F6-31F5-4B0D-8C47-CD7D94BDA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17D4E0-CFD4-4918-9253-FADBE5BAC7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527FA-19A4-43F3-9CB8-AC8112B8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1403A-F713-4320-AC8E-163C7C916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21-04-2018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533CA-19E8-4716-9054-D8E540052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998E3-E139-4F79-86E7-182D7034B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567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2DB92-19A2-409D-9B0C-18FA55D5E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8AB44-1A05-4157-9985-E02F349AB2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20D85-1C29-4BE5-9157-356A30E7E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21-04-2018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3D57C-2624-444D-A1E7-0978F6CC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34D62-1FAF-4F44-BA01-3546E7683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278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094683-C060-4013-96B0-D5D4622573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F0B262-2753-457D-93C0-6860878BD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FA4A7-1B8D-4393-8080-B9F0C4CBB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21-04-2018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C3666-670C-4886-A13D-73E1662CA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8A69A-A51B-40F9-91FB-82EC86DB8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393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1269C-54E1-4BE2-99D7-C13FC0B8F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6413"/>
            <a:ext cx="10515600" cy="894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48E0A-4A27-4D2F-A202-E61AF5E9E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4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A7E9C-8F72-4F50-A5D6-3A5666D854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448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21-04-2018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10762-9A7A-4871-9143-B2BB93140B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448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F2803-5265-4E4D-A18C-CD37F83EA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448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412E82F-AB3F-48CD-864C-89ACCF5B33E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998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333FF"/>
          </a:solidFill>
          <a:latin typeface="Bookman Old Style" panose="020506040505050202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DCC2634-9332-4772-A9C6-DEC5CBB67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6793" y="2724932"/>
            <a:ext cx="9144000" cy="92333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title: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Automotive BCM with CAN &amp; OBD-II Diagnostics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0209706-C0DD-450E-871F-51A7C3C9E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1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4855F9-0BBC-433C-919A-9559DCB81A58}"/>
              </a:ext>
            </a:extLst>
          </p:cNvPr>
          <p:cNvSpPr txBox="1"/>
          <p:nvPr/>
        </p:nvSpPr>
        <p:spPr>
          <a:xfrm>
            <a:off x="553852" y="6344294"/>
            <a:ext cx="2302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DEPT. OF ECE, DBIT</a:t>
            </a:r>
          </a:p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88DD8F3-CF7A-5E5B-66F4-AF50D7CF2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6793" y="940249"/>
            <a:ext cx="9144000" cy="1549041"/>
          </a:xfrm>
        </p:spPr>
        <p:txBody>
          <a:bodyPr>
            <a:noAutofit/>
          </a:bodyPr>
          <a:lstStyle/>
          <a:p>
            <a:r>
              <a:rPr lang="en-IN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4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 Control Module (BCM) with Basic OBD support (UDS)</a:t>
            </a:r>
            <a:endParaRPr lang="en-IN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95A4BD-39B7-2B42-F268-69D691C387ED}"/>
              </a:ext>
            </a:extLst>
          </p:cNvPr>
          <p:cNvSpPr txBox="1"/>
          <p:nvPr/>
        </p:nvSpPr>
        <p:spPr>
          <a:xfrm>
            <a:off x="9059927" y="4272677"/>
            <a:ext cx="29513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TEAM:</a:t>
            </a:r>
          </a:p>
          <a:p>
            <a:pPr algn="ctr"/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Amith K M</a:t>
            </a:r>
          </a:p>
          <a:p>
            <a:pPr marL="342900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Amulya S Gupta</a:t>
            </a:r>
          </a:p>
          <a:p>
            <a:pPr marL="342900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Chitra P S</a:t>
            </a:r>
          </a:p>
          <a:p>
            <a:pPr marL="342900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Geethashree G</a:t>
            </a:r>
          </a:p>
          <a:p>
            <a:pPr marL="342900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Niranjan Gowda V</a:t>
            </a:r>
          </a:p>
          <a:p>
            <a:pPr marL="342900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Rahul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Malagavi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910" y="3572436"/>
            <a:ext cx="6466017" cy="257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898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DEE7A-FE36-445B-846F-815870715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 of the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5BFAC-5FCB-4843-A484-45C17B26B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607" y="1690688"/>
            <a:ext cx="10515600" cy="4298130"/>
          </a:xfrm>
        </p:spPr>
        <p:txBody>
          <a:bodyPr>
            <a:normAutofit fontScale="25000" lnSpcReduction="2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Roles &amp; Structure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 (Embedded &amp; Diagnostics Team)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 (Embedded &amp;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Diagnostics Team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 (Software &amp; Application Team)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 (Software &amp; Application Team)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 (Planning &amp; Documentation Team)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 (Planning &amp; Documentation Team)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B1903-38EF-420A-B44A-834A61C49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2</a:t>
            </a:fld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AE4ACC-F715-6FAE-8C69-6C16E0E9E3DA}"/>
              </a:ext>
            </a:extLst>
          </p:cNvPr>
          <p:cNvSpPr/>
          <p:nvPr/>
        </p:nvSpPr>
        <p:spPr>
          <a:xfrm>
            <a:off x="0" y="-13569"/>
            <a:ext cx="6096000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8C55F3-565B-94DE-4B2C-995484E37A42}"/>
              </a:ext>
            </a:extLst>
          </p:cNvPr>
          <p:cNvSpPr/>
          <p:nvPr/>
        </p:nvSpPr>
        <p:spPr>
          <a:xfrm>
            <a:off x="6096000" y="-13569"/>
            <a:ext cx="6096000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1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1F289-E082-9C49-AB5B-B6D3E0FCD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ED110-92BE-5BC6-5713-91083349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827" y="994330"/>
            <a:ext cx="10515600" cy="84486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Roles &amp; Structure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B7186D2-8180-B04A-3E14-604967378038}"/>
              </a:ext>
            </a:extLst>
          </p:cNvPr>
          <p:cNvSpPr/>
          <p:nvPr/>
        </p:nvSpPr>
        <p:spPr>
          <a:xfrm>
            <a:off x="0" y="-13569"/>
            <a:ext cx="6096000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888A41-E6B4-016B-8D5D-FE96F3AE13D4}"/>
              </a:ext>
            </a:extLst>
          </p:cNvPr>
          <p:cNvSpPr/>
          <p:nvPr/>
        </p:nvSpPr>
        <p:spPr>
          <a:xfrm>
            <a:off x="6096000" y="-13569"/>
            <a:ext cx="6096000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9D92C3-6C90-D010-6F9A-144993FA07C1}"/>
              </a:ext>
            </a:extLst>
          </p:cNvPr>
          <p:cNvSpPr/>
          <p:nvPr/>
        </p:nvSpPr>
        <p:spPr>
          <a:xfrm>
            <a:off x="324465" y="1839191"/>
            <a:ext cx="11670890" cy="5795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BCM</a:t>
            </a:r>
            <a:r>
              <a:rPr lang="en-US"/>
              <a:t> 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7D0AE5-658A-BFC0-92CE-053908E7620B}"/>
              </a:ext>
            </a:extLst>
          </p:cNvPr>
          <p:cNvSpPr/>
          <p:nvPr/>
        </p:nvSpPr>
        <p:spPr>
          <a:xfrm>
            <a:off x="1491755" y="2840809"/>
            <a:ext cx="2106850" cy="84557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Embedded &amp; diagnostic team 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85F091-D6BB-A5A4-ADA2-B9AC35E97ACA}"/>
              </a:ext>
            </a:extLst>
          </p:cNvPr>
          <p:cNvSpPr/>
          <p:nvPr/>
        </p:nvSpPr>
        <p:spPr>
          <a:xfrm>
            <a:off x="5895357" y="2840809"/>
            <a:ext cx="2106850" cy="84557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Software &amp; application team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5F57D0-DB2E-27BF-9333-03FF61F1ABBB}"/>
              </a:ext>
            </a:extLst>
          </p:cNvPr>
          <p:cNvSpPr/>
          <p:nvPr/>
        </p:nvSpPr>
        <p:spPr>
          <a:xfrm>
            <a:off x="9370141" y="2810599"/>
            <a:ext cx="2106850" cy="84557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Planning &amp; documentation team 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B9BF2E-D32C-807B-AA49-606DD6D1CBC4}"/>
              </a:ext>
            </a:extLst>
          </p:cNvPr>
          <p:cNvSpPr/>
          <p:nvPr/>
        </p:nvSpPr>
        <p:spPr>
          <a:xfrm>
            <a:off x="324465" y="4247537"/>
            <a:ext cx="1278193" cy="11307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UDS service developer 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A1CBEA-CAB8-5226-7965-61982160CF3A}"/>
              </a:ext>
            </a:extLst>
          </p:cNvPr>
          <p:cNvSpPr/>
          <p:nvPr/>
        </p:nvSpPr>
        <p:spPr>
          <a:xfrm>
            <a:off x="1906084" y="4247537"/>
            <a:ext cx="1278193" cy="11307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 comm &amp; protocol handler 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B18682-8A9A-AC67-4305-D118FF02EAEA}"/>
              </a:ext>
            </a:extLst>
          </p:cNvPr>
          <p:cNvSpPr/>
          <p:nvPr/>
        </p:nvSpPr>
        <p:spPr>
          <a:xfrm>
            <a:off x="3487703" y="4247537"/>
            <a:ext cx="1278193" cy="11307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DTC developer 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DDBD8F-F303-83E7-771B-38247445F045}"/>
              </a:ext>
            </a:extLst>
          </p:cNvPr>
          <p:cNvSpPr/>
          <p:nvPr/>
        </p:nvSpPr>
        <p:spPr>
          <a:xfrm>
            <a:off x="5295355" y="4247533"/>
            <a:ext cx="1278193" cy="11307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 &amp; interface developer 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5591F4-1C7A-0A09-E207-93E483EC1503}"/>
              </a:ext>
            </a:extLst>
          </p:cNvPr>
          <p:cNvSpPr/>
          <p:nvPr/>
        </p:nvSpPr>
        <p:spPr>
          <a:xfrm>
            <a:off x="7095347" y="4247533"/>
            <a:ext cx="1278193" cy="11307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Software testing &amp; debugging 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5ACF57-BB21-A22E-CD2F-3709B4ED645E}"/>
              </a:ext>
            </a:extLst>
          </p:cNvPr>
          <p:cNvSpPr/>
          <p:nvPr/>
        </p:nvSpPr>
        <p:spPr>
          <a:xfrm>
            <a:off x="9796706" y="4242618"/>
            <a:ext cx="1278193" cy="11307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Documentation &amp; report support 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9A587C-398D-E5A0-E45A-EA59D0499F2F}"/>
              </a:ext>
            </a:extLst>
          </p:cNvPr>
          <p:cNvSpPr/>
          <p:nvPr/>
        </p:nvSpPr>
        <p:spPr>
          <a:xfrm>
            <a:off x="324464" y="5731494"/>
            <a:ext cx="1278193" cy="5795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Amulya s Gupta 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CA6659-D0B5-0946-DECB-7E966F180A34}"/>
              </a:ext>
            </a:extLst>
          </p:cNvPr>
          <p:cNvSpPr/>
          <p:nvPr/>
        </p:nvSpPr>
        <p:spPr>
          <a:xfrm>
            <a:off x="1906084" y="5731494"/>
            <a:ext cx="1278193" cy="5795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Geethashree G</a:t>
            </a:r>
            <a:endParaRPr lang="en-IN" sz="16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FBF84A-55B3-FB38-D6ED-D48E9F0F0B30}"/>
              </a:ext>
            </a:extLst>
          </p:cNvPr>
          <p:cNvSpPr/>
          <p:nvPr/>
        </p:nvSpPr>
        <p:spPr>
          <a:xfrm>
            <a:off x="3487703" y="5736203"/>
            <a:ext cx="1278193" cy="5795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Amith K M</a:t>
            </a:r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38CF98-8DED-DC69-656A-307B128CE6CB}"/>
              </a:ext>
            </a:extLst>
          </p:cNvPr>
          <p:cNvSpPr/>
          <p:nvPr/>
        </p:nvSpPr>
        <p:spPr>
          <a:xfrm>
            <a:off x="5372070" y="5731494"/>
            <a:ext cx="1278193" cy="5795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Niranjan Gowda v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6D1BF9-4089-9222-B46D-394AD1031012}"/>
              </a:ext>
            </a:extLst>
          </p:cNvPr>
          <p:cNvSpPr/>
          <p:nvPr/>
        </p:nvSpPr>
        <p:spPr>
          <a:xfrm>
            <a:off x="7188753" y="5736203"/>
            <a:ext cx="1278193" cy="5795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Rahul </a:t>
            </a:r>
            <a:r>
              <a:rPr lang="en-US" dirty="0" err="1"/>
              <a:t>Malagavi</a:t>
            </a:r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BA009EF-6C4E-38BE-B87B-DFB7791D3AF7}"/>
              </a:ext>
            </a:extLst>
          </p:cNvPr>
          <p:cNvSpPr/>
          <p:nvPr/>
        </p:nvSpPr>
        <p:spPr>
          <a:xfrm>
            <a:off x="9780578" y="5736203"/>
            <a:ext cx="1278193" cy="5795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Chitra P S</a:t>
            </a:r>
            <a:endParaRPr lang="en-IN" dirty="0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82938183-7828-94D9-801E-282FF41D5790}"/>
              </a:ext>
            </a:extLst>
          </p:cNvPr>
          <p:cNvSpPr/>
          <p:nvPr/>
        </p:nvSpPr>
        <p:spPr>
          <a:xfrm>
            <a:off x="2427880" y="2416996"/>
            <a:ext cx="234599" cy="422074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E7E31FF0-356C-B45A-7166-BB753C5EA2CA}"/>
              </a:ext>
            </a:extLst>
          </p:cNvPr>
          <p:cNvSpPr/>
          <p:nvPr/>
        </p:nvSpPr>
        <p:spPr>
          <a:xfrm>
            <a:off x="6835136" y="2425454"/>
            <a:ext cx="234599" cy="422074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BA00FFCE-2250-DB43-864E-E0DD7A6252FF}"/>
              </a:ext>
            </a:extLst>
          </p:cNvPr>
          <p:cNvSpPr/>
          <p:nvPr/>
        </p:nvSpPr>
        <p:spPr>
          <a:xfrm>
            <a:off x="10306267" y="2416996"/>
            <a:ext cx="234599" cy="408708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26DB38A0-2D79-A8AA-5EA1-249A3D6CEE78}"/>
              </a:ext>
            </a:extLst>
          </p:cNvPr>
          <p:cNvSpPr/>
          <p:nvPr/>
        </p:nvSpPr>
        <p:spPr>
          <a:xfrm>
            <a:off x="2427880" y="3686383"/>
            <a:ext cx="234599" cy="561154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57D2FFBB-8A7F-C3BC-FBAB-F7E20B89C865}"/>
              </a:ext>
            </a:extLst>
          </p:cNvPr>
          <p:cNvSpPr/>
          <p:nvPr/>
        </p:nvSpPr>
        <p:spPr>
          <a:xfrm>
            <a:off x="10306267" y="3656173"/>
            <a:ext cx="234599" cy="5785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Arrow: Bent-Up 41">
            <a:extLst>
              <a:ext uri="{FF2B5EF4-FFF2-40B4-BE49-F238E27FC236}">
                <a16:creationId xmlns:a16="http://schemas.microsoft.com/office/drawing/2014/main" id="{9BC0B174-9BD3-3C37-3AE6-74FCF219E02F}"/>
              </a:ext>
            </a:extLst>
          </p:cNvPr>
          <p:cNvSpPr/>
          <p:nvPr/>
        </p:nvSpPr>
        <p:spPr>
          <a:xfrm rot="10800000">
            <a:off x="6011163" y="3827856"/>
            <a:ext cx="1084183" cy="406889"/>
          </a:xfrm>
          <a:prstGeom prst="bent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Arrow: Bent-Up 42">
            <a:extLst>
              <a:ext uri="{FF2B5EF4-FFF2-40B4-BE49-F238E27FC236}">
                <a16:creationId xmlns:a16="http://schemas.microsoft.com/office/drawing/2014/main" id="{09F61D72-C3C9-B90F-90C4-9250FA8FA74C}"/>
              </a:ext>
            </a:extLst>
          </p:cNvPr>
          <p:cNvSpPr/>
          <p:nvPr/>
        </p:nvSpPr>
        <p:spPr>
          <a:xfrm rot="10800000" flipH="1">
            <a:off x="6803923" y="3821137"/>
            <a:ext cx="1094811" cy="413611"/>
          </a:xfrm>
          <a:prstGeom prst="bent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EF5B1496-77EF-EF69-F418-1977653508C5}"/>
              </a:ext>
            </a:extLst>
          </p:cNvPr>
          <p:cNvSpPr/>
          <p:nvPr/>
        </p:nvSpPr>
        <p:spPr>
          <a:xfrm>
            <a:off x="6800724" y="3686383"/>
            <a:ext cx="234599" cy="13811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Arrow: Left-Right 44">
            <a:extLst>
              <a:ext uri="{FF2B5EF4-FFF2-40B4-BE49-F238E27FC236}">
                <a16:creationId xmlns:a16="http://schemas.microsoft.com/office/drawing/2014/main" id="{4C95CFFE-2220-581E-56DD-1CCC5DFCDBAC}"/>
              </a:ext>
            </a:extLst>
          </p:cNvPr>
          <p:cNvSpPr/>
          <p:nvPr/>
        </p:nvSpPr>
        <p:spPr>
          <a:xfrm>
            <a:off x="1602657" y="4748981"/>
            <a:ext cx="303427" cy="157316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Arrow: Left-Right 45">
            <a:extLst>
              <a:ext uri="{FF2B5EF4-FFF2-40B4-BE49-F238E27FC236}">
                <a16:creationId xmlns:a16="http://schemas.microsoft.com/office/drawing/2014/main" id="{55D879B4-4E6E-4BD2-2484-87CEA2D6C253}"/>
              </a:ext>
            </a:extLst>
          </p:cNvPr>
          <p:cNvSpPr/>
          <p:nvPr/>
        </p:nvSpPr>
        <p:spPr>
          <a:xfrm>
            <a:off x="3184276" y="4734233"/>
            <a:ext cx="303427" cy="157316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Arrow: Up-Down 47">
            <a:extLst>
              <a:ext uri="{FF2B5EF4-FFF2-40B4-BE49-F238E27FC236}">
                <a16:creationId xmlns:a16="http://schemas.microsoft.com/office/drawing/2014/main" id="{6164E781-8E6C-4F19-A8F6-18742EBF174B}"/>
              </a:ext>
            </a:extLst>
          </p:cNvPr>
          <p:cNvSpPr/>
          <p:nvPr/>
        </p:nvSpPr>
        <p:spPr>
          <a:xfrm>
            <a:off x="772180" y="5378245"/>
            <a:ext cx="161885" cy="353249"/>
          </a:xfrm>
          <a:prstGeom prst="up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Arrow: Up-Down 48">
            <a:extLst>
              <a:ext uri="{FF2B5EF4-FFF2-40B4-BE49-F238E27FC236}">
                <a16:creationId xmlns:a16="http://schemas.microsoft.com/office/drawing/2014/main" id="{2226C26F-6ABB-2231-0468-4777573EFA64}"/>
              </a:ext>
            </a:extLst>
          </p:cNvPr>
          <p:cNvSpPr/>
          <p:nvPr/>
        </p:nvSpPr>
        <p:spPr>
          <a:xfrm>
            <a:off x="2464238" y="5378244"/>
            <a:ext cx="161885" cy="353249"/>
          </a:xfrm>
          <a:prstGeom prst="up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Arrow: Up-Down 49">
            <a:extLst>
              <a:ext uri="{FF2B5EF4-FFF2-40B4-BE49-F238E27FC236}">
                <a16:creationId xmlns:a16="http://schemas.microsoft.com/office/drawing/2014/main" id="{E18AF67F-A43D-AD21-5861-9D6C338FDA50}"/>
              </a:ext>
            </a:extLst>
          </p:cNvPr>
          <p:cNvSpPr/>
          <p:nvPr/>
        </p:nvSpPr>
        <p:spPr>
          <a:xfrm>
            <a:off x="4045856" y="5378243"/>
            <a:ext cx="161885" cy="353249"/>
          </a:xfrm>
          <a:prstGeom prst="up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Arrow: Up-Down 50">
            <a:extLst>
              <a:ext uri="{FF2B5EF4-FFF2-40B4-BE49-F238E27FC236}">
                <a16:creationId xmlns:a16="http://schemas.microsoft.com/office/drawing/2014/main" id="{BF7CE1CA-DFFA-DEF7-D96F-80CF66547C46}"/>
              </a:ext>
            </a:extLst>
          </p:cNvPr>
          <p:cNvSpPr/>
          <p:nvPr/>
        </p:nvSpPr>
        <p:spPr>
          <a:xfrm>
            <a:off x="5849281" y="5378243"/>
            <a:ext cx="161885" cy="353249"/>
          </a:xfrm>
          <a:prstGeom prst="up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Arrow: Up-Down 51">
            <a:extLst>
              <a:ext uri="{FF2B5EF4-FFF2-40B4-BE49-F238E27FC236}">
                <a16:creationId xmlns:a16="http://schemas.microsoft.com/office/drawing/2014/main" id="{CE59BA76-A8F0-D27F-EEA1-8165E0475248}"/>
              </a:ext>
            </a:extLst>
          </p:cNvPr>
          <p:cNvSpPr/>
          <p:nvPr/>
        </p:nvSpPr>
        <p:spPr>
          <a:xfrm>
            <a:off x="7733648" y="5373326"/>
            <a:ext cx="161885" cy="353249"/>
          </a:xfrm>
          <a:prstGeom prst="up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Arrow: Up-Down 52">
            <a:extLst>
              <a:ext uri="{FF2B5EF4-FFF2-40B4-BE49-F238E27FC236}">
                <a16:creationId xmlns:a16="http://schemas.microsoft.com/office/drawing/2014/main" id="{2E2E57E7-C9FD-33D9-F737-6DE937F20D16}"/>
              </a:ext>
            </a:extLst>
          </p:cNvPr>
          <p:cNvSpPr/>
          <p:nvPr/>
        </p:nvSpPr>
        <p:spPr>
          <a:xfrm>
            <a:off x="10338733" y="5373326"/>
            <a:ext cx="161885" cy="353249"/>
          </a:xfrm>
          <a:prstGeom prst="up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42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B6534-A04A-F923-184E-D2755A174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C06A7-79FB-4432-15A3-BB67D22E5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827" y="674689"/>
            <a:ext cx="10515600" cy="152411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 AND DIAGNOSTIC TEAM)</a:t>
            </a:r>
            <a:endParaRPr lang="en-IN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970A8-817D-EAC8-01DF-0AD66CF46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4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D30BDE9-BA05-E19D-35BF-A9429305FC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2827" y="2507721"/>
            <a:ext cx="10510974" cy="262668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Amulya 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Studied UDS 0x10 &amp; 0x22 service structure and use cases.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Drafted pseudo code for both services.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JIRA board, project setup, task assignment, and team planning.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B6304E3-F42D-03EF-8173-29A049E6F11E}"/>
              </a:ext>
            </a:extLst>
          </p:cNvPr>
          <p:cNvSpPr/>
          <p:nvPr/>
        </p:nvSpPr>
        <p:spPr>
          <a:xfrm>
            <a:off x="0" y="-13569"/>
            <a:ext cx="6096000" cy="68825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E2A743D-6D8B-8DEB-A66C-9EA7962ACB1A}"/>
              </a:ext>
            </a:extLst>
          </p:cNvPr>
          <p:cNvSpPr/>
          <p:nvPr/>
        </p:nvSpPr>
        <p:spPr>
          <a:xfrm>
            <a:off x="6096000" y="-13569"/>
            <a:ext cx="6096000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024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5B30D-9C71-1AF9-4143-73F6B874B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B932A-BE7C-CFF8-EE5B-8BE5C91E5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827" y="674689"/>
            <a:ext cx="10515600" cy="152411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 AND DIAGNOSTIC TEAM)</a:t>
            </a:r>
            <a:endParaRPr lang="en-IN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4EECA9-E3EB-6CE7-240E-42DE5A8E9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5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1FDC9A4-DAD2-3A3D-C904-B9FEA301A8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3573" y="2198806"/>
            <a:ext cx="10510974" cy="399115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Geethashree G: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Reviewed CAN protocol structure.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Understood CAN ID structure for BCM communication.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Amith K M: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Studied UDS 0x19 for DTC management.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Drafted sample DTC handling flow.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450C0F6-429E-809A-A7D3-6C066CAABFFF}"/>
              </a:ext>
            </a:extLst>
          </p:cNvPr>
          <p:cNvSpPr/>
          <p:nvPr/>
        </p:nvSpPr>
        <p:spPr>
          <a:xfrm>
            <a:off x="0" y="-13569"/>
            <a:ext cx="6096000" cy="68825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880AC2-BE30-A467-A34E-C8186AF0788C}"/>
              </a:ext>
            </a:extLst>
          </p:cNvPr>
          <p:cNvSpPr/>
          <p:nvPr/>
        </p:nvSpPr>
        <p:spPr>
          <a:xfrm>
            <a:off x="6096000" y="-13569"/>
            <a:ext cx="6096000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910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979FA-1A52-9A4B-80BC-77DCB612F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4CC52-1B86-FE4F-6FD8-00048C018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827" y="674689"/>
            <a:ext cx="10515600" cy="152411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 AND DIAGNOSTIC TEAM)</a:t>
            </a:r>
            <a:endParaRPr lang="en-IN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00A5A-0783-9298-2A68-C1E9498F1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6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1ED2B9F-AF71-29EF-1995-35A610C3A3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2827" y="2507721"/>
            <a:ext cx="10510974" cy="330891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Amulya 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UDS 0x10 &amp; 0x22 on STM32 or simulation environment.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Simulate and verify responses.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 UDS 0x2E service study.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 JIRA tracking and guide team with task allocation.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F0441FC-FA9B-E1ED-B209-7C9483AB15A5}"/>
              </a:ext>
            </a:extLst>
          </p:cNvPr>
          <p:cNvSpPr/>
          <p:nvPr/>
        </p:nvSpPr>
        <p:spPr>
          <a:xfrm>
            <a:off x="0" y="-13569"/>
            <a:ext cx="6096000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83E9BD3-3247-DB0A-7EDC-DA60CABE25A8}"/>
              </a:ext>
            </a:extLst>
          </p:cNvPr>
          <p:cNvSpPr/>
          <p:nvPr/>
        </p:nvSpPr>
        <p:spPr>
          <a:xfrm>
            <a:off x="6096000" y="-13569"/>
            <a:ext cx="6096000" cy="68825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948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21678-1200-1EF4-02D8-80996E0A0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AD181-C81B-AE76-86F6-5C36D8C41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827" y="674689"/>
            <a:ext cx="10515600" cy="152411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 AND DIAGNOSTIC TEAM)</a:t>
            </a:r>
            <a:endParaRPr lang="en-IN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F35B6F-83EF-313B-2704-A78085C76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7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A0F431C-35A6-D27A-875D-25B312CE71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2827" y="2198806"/>
            <a:ext cx="10510974" cy="467339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Geethashree G: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Finalize CAN ID mapping.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CAN send or receive signal.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CAN layer with UDS Services.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Amith K M: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UDS 0x19 service &amp; simulate DTCs and observe behavior.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Draft logic for 0x41 (clear DTCs).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93345B6-E7EF-94CE-9B7F-FF58ACE3CC57}"/>
              </a:ext>
            </a:extLst>
          </p:cNvPr>
          <p:cNvSpPr/>
          <p:nvPr/>
        </p:nvSpPr>
        <p:spPr>
          <a:xfrm>
            <a:off x="0" y="-13569"/>
            <a:ext cx="6096000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191E3A-1494-81EB-817C-0CEDBCA341E2}"/>
              </a:ext>
            </a:extLst>
          </p:cNvPr>
          <p:cNvSpPr/>
          <p:nvPr/>
        </p:nvSpPr>
        <p:spPr>
          <a:xfrm>
            <a:off x="6096000" y="-13569"/>
            <a:ext cx="6096000" cy="68825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390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E03CA-CC60-5547-F17A-9D0C62842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6A702-6B48-9416-9381-8D13D15CE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8</a:t>
            </a:fld>
            <a:endParaRPr lang="en-IN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405C1D8-F150-2F9F-0C8C-36456F42F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827" y="674689"/>
            <a:ext cx="10515600" cy="152411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APPLICATION TEAM)</a:t>
            </a:r>
            <a:endParaRPr lang="en-IN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006BDE63-6008-78CB-F2C3-E64D407BB2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2827" y="2507721"/>
            <a:ext cx="10510974" cy="535563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Niranjan Gowda v: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Explore Python CAN libraries.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basic test script for UDS service simulation.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Rahul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malagavi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Reviewed UDS request/response pattern.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simple validation tests for 0x10 and 0x22.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C888133-73FC-B001-9532-E4C3C24BB596}"/>
              </a:ext>
            </a:extLst>
          </p:cNvPr>
          <p:cNvSpPr/>
          <p:nvPr/>
        </p:nvSpPr>
        <p:spPr>
          <a:xfrm>
            <a:off x="0" y="-13569"/>
            <a:ext cx="6096000" cy="68825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E508F04-1595-03CD-3C08-246A7D169E9F}"/>
              </a:ext>
            </a:extLst>
          </p:cNvPr>
          <p:cNvSpPr/>
          <p:nvPr/>
        </p:nvSpPr>
        <p:spPr>
          <a:xfrm>
            <a:off x="6096000" y="-13569"/>
            <a:ext cx="6096000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504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9240B-DF71-4F64-ABD8-B46262508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EE13C-6E80-D727-411E-B5316A60B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9</a:t>
            </a:fld>
            <a:endParaRPr lang="en-IN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F56B0DE-CC34-A6CD-FF73-2C0E065FF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827" y="674689"/>
            <a:ext cx="10515600" cy="152411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APPLICATION TEAM)</a:t>
            </a:r>
            <a:endParaRPr lang="en-IN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9E55F750-BC28-21E5-FA18-47E3C14607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7453" y="2198806"/>
            <a:ext cx="10510974" cy="535563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Niranjan Gowda v: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 UDS tester script with custom input/output fields.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 simple GUI layout for UDS testing.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Rahul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malagavi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test cases for UDS 0x10, 0x22 and 0x19.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unit and integration testing.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Collaborate with embedded team to validate results.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5670674-CDF1-F108-D19F-D06281B39801}"/>
              </a:ext>
            </a:extLst>
          </p:cNvPr>
          <p:cNvSpPr/>
          <p:nvPr/>
        </p:nvSpPr>
        <p:spPr>
          <a:xfrm>
            <a:off x="0" y="-13569"/>
            <a:ext cx="6096000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A90CF01-D0BF-7ADB-FB00-BA9FA94EB364}"/>
              </a:ext>
            </a:extLst>
          </p:cNvPr>
          <p:cNvSpPr/>
          <p:nvPr/>
        </p:nvSpPr>
        <p:spPr>
          <a:xfrm>
            <a:off x="6096000" y="-13569"/>
            <a:ext cx="6096000" cy="68825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389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ADE4B-F526-00D5-DE70-0135A0639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62AD81-E0FE-A113-8E54-EDEEC006C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10</a:t>
            </a:fld>
            <a:endParaRPr lang="en-IN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DAA189A-785D-5ECF-E7F2-7B6EBB6FE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827" y="674689"/>
            <a:ext cx="10515600" cy="152411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 AND DOCUMENTATION)</a:t>
            </a:r>
            <a:endParaRPr lang="en-IN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E7744F05-21C4-5A2E-4777-2F8AD2F7F2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7453" y="2198806"/>
            <a:ext cx="10510974" cy="194444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Chitra P 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Assisted in organizing and reviewing documentation.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Supported creation of task list under guidance.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1CCFF4C-6003-A116-C337-864143CBCDE5}"/>
              </a:ext>
            </a:extLst>
          </p:cNvPr>
          <p:cNvSpPr/>
          <p:nvPr/>
        </p:nvSpPr>
        <p:spPr>
          <a:xfrm>
            <a:off x="0" y="-13569"/>
            <a:ext cx="6096000" cy="68825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920DB28-726E-6871-9C85-3D8D2C2297C9}"/>
              </a:ext>
            </a:extLst>
          </p:cNvPr>
          <p:cNvSpPr/>
          <p:nvPr/>
        </p:nvSpPr>
        <p:spPr>
          <a:xfrm>
            <a:off x="6096000" y="-13569"/>
            <a:ext cx="6096000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275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C9034-3EAE-566F-89BC-63EA38375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EC26B-AEEB-29FB-1862-F033AF24A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11</a:t>
            </a:fld>
            <a:endParaRPr lang="en-IN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0DD97F1-DB52-2CC9-575D-92D4AED9A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827" y="674689"/>
            <a:ext cx="10515600" cy="152411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 AND DOCUMENTATION)</a:t>
            </a:r>
            <a:endParaRPr lang="en-IN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CA74E17-7270-95BA-A5C4-79CFB8FC29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7453" y="2198806"/>
            <a:ext cx="10510974" cy="262668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Chitra P 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notion with logs and shared documents.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 with formatting weekly slides and reports.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 weekly summary reports and timeline sheets.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5AAC4B-0467-5B75-B470-AAE7B19EEFA6}"/>
              </a:ext>
            </a:extLst>
          </p:cNvPr>
          <p:cNvSpPr/>
          <p:nvPr/>
        </p:nvSpPr>
        <p:spPr>
          <a:xfrm>
            <a:off x="0" y="-13569"/>
            <a:ext cx="6096000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F19914B-90AA-6BC5-DA0E-DCF7864B36EC}"/>
              </a:ext>
            </a:extLst>
          </p:cNvPr>
          <p:cNvSpPr/>
          <p:nvPr/>
        </p:nvSpPr>
        <p:spPr>
          <a:xfrm>
            <a:off x="6096000" y="-13569"/>
            <a:ext cx="6096000" cy="68825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189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395A8-C97A-2329-3E68-DEDD21142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12</a:t>
            </a:fld>
            <a:endParaRPr lang="en-IN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04DA884-3707-AECF-FCB2-E4BBED737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6413"/>
            <a:ext cx="10515600" cy="89427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6A60793-843D-D4D9-6667-327FF565FBEF}"/>
              </a:ext>
            </a:extLst>
          </p:cNvPr>
          <p:cNvSpPr txBox="1">
            <a:spLocks/>
          </p:cNvSpPr>
          <p:nvPr/>
        </p:nvSpPr>
        <p:spPr>
          <a:xfrm>
            <a:off x="838607" y="1690688"/>
            <a:ext cx="10515600" cy="4298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roles established with clear responsibilities.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 focused on foundational work.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 shifts toward implementation and validation.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JIRA tracking, simulation, and testing efforts continue across departments.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99624B7-83D4-2EBF-F140-8FE06912658D}"/>
              </a:ext>
            </a:extLst>
          </p:cNvPr>
          <p:cNvSpPr/>
          <p:nvPr/>
        </p:nvSpPr>
        <p:spPr>
          <a:xfrm>
            <a:off x="0" y="-13569"/>
            <a:ext cx="6096000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3142D5E-F2FC-7EB9-4D02-015AA4D2F30D}"/>
              </a:ext>
            </a:extLst>
          </p:cNvPr>
          <p:cNvSpPr/>
          <p:nvPr/>
        </p:nvSpPr>
        <p:spPr>
          <a:xfrm>
            <a:off x="6096000" y="-13569"/>
            <a:ext cx="6096000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009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01768A6-2602-4C1E-9380-5100D43C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prstTxWarp prst="textDoubleWave1">
              <a:avLst/>
            </a:prstTxWarp>
          </a:bodyPr>
          <a:lstStyle/>
          <a:p>
            <a:r>
              <a:rPr lang="en-IN" b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C62F65-4696-47EC-B272-9D3563248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638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D75F9-5C1D-7609-A8B2-FEE1E82C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3E7E7-CFD9-006D-C1C9-BB40FF10D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827" y="994330"/>
            <a:ext cx="10515600" cy="84486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D4F13A-D72B-0996-56C8-112FE4F84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AF161-49E5-ACEA-8822-71698B88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14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C4DB8C-1B02-0E73-847E-0BFB1E94B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603" y="1826468"/>
            <a:ext cx="8500908" cy="4484228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72CD93F2-28B9-39F9-E428-058BA40FD6E9}"/>
              </a:ext>
            </a:extLst>
          </p:cNvPr>
          <p:cNvGrpSpPr/>
          <p:nvPr/>
        </p:nvGrpSpPr>
        <p:grpSpPr>
          <a:xfrm>
            <a:off x="48506" y="100494"/>
            <a:ext cx="12123174" cy="654154"/>
            <a:chOff x="48506" y="100494"/>
            <a:chExt cx="12123174" cy="654154"/>
          </a:xfrm>
        </p:grpSpPr>
        <p:sp>
          <p:nvSpPr>
            <p:cNvPr id="29" name="Rectangle: Top Corners Rounded 28">
              <a:extLst>
                <a:ext uri="{FF2B5EF4-FFF2-40B4-BE49-F238E27FC236}">
                  <a16:creationId xmlns:a16="http://schemas.microsoft.com/office/drawing/2014/main" id="{E0C0BAC8-AC00-C559-C356-A412D158ED5D}"/>
                </a:ext>
              </a:extLst>
            </p:cNvPr>
            <p:cNvSpPr/>
            <p:nvPr/>
          </p:nvSpPr>
          <p:spPr>
            <a:xfrm>
              <a:off x="48506" y="149586"/>
              <a:ext cx="1227539" cy="596386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Project Overview</a:t>
              </a:r>
            </a:p>
          </p:txBody>
        </p:sp>
        <p:sp>
          <p:nvSpPr>
            <p:cNvPr id="30" name="Rectangle: Top Corners Rounded 29">
              <a:extLst>
                <a:ext uri="{FF2B5EF4-FFF2-40B4-BE49-F238E27FC236}">
                  <a16:creationId xmlns:a16="http://schemas.microsoft.com/office/drawing/2014/main" id="{22B3B359-C0C5-FD17-7CF9-F9D93E67A8AC}"/>
                </a:ext>
              </a:extLst>
            </p:cNvPr>
            <p:cNvSpPr/>
            <p:nvPr/>
          </p:nvSpPr>
          <p:spPr>
            <a:xfrm>
              <a:off x="1306340" y="119330"/>
              <a:ext cx="1455202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Problem Statement</a:t>
              </a:r>
            </a:p>
          </p:txBody>
        </p:sp>
        <p:sp>
          <p:nvSpPr>
            <p:cNvPr id="31" name="Rectangle: Top Corners Rounded 30">
              <a:extLst>
                <a:ext uri="{FF2B5EF4-FFF2-40B4-BE49-F238E27FC236}">
                  <a16:creationId xmlns:a16="http://schemas.microsoft.com/office/drawing/2014/main" id="{F1C55759-883C-34BB-492E-3AC9360474EE}"/>
                </a:ext>
              </a:extLst>
            </p:cNvPr>
            <p:cNvSpPr/>
            <p:nvPr/>
          </p:nvSpPr>
          <p:spPr>
            <a:xfrm>
              <a:off x="2795560" y="119330"/>
              <a:ext cx="1521532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rgbClr val="FF0000"/>
                  </a:solidFill>
                </a:rPr>
                <a:t>System Architecture</a:t>
              </a:r>
            </a:p>
          </p:txBody>
        </p:sp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04FCE52A-04A2-BFE0-33B3-AE03B646618E}"/>
                </a:ext>
              </a:extLst>
            </p:cNvPr>
            <p:cNvSpPr/>
            <p:nvPr/>
          </p:nvSpPr>
          <p:spPr>
            <a:xfrm>
              <a:off x="7435927" y="103427"/>
              <a:ext cx="2074897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Tools &amp; Technologies Used</a:t>
              </a:r>
            </a:p>
          </p:txBody>
        </p:sp>
        <p:sp>
          <p:nvSpPr>
            <p:cNvPr id="33" name="Rectangle: Top Corners Rounded 32">
              <a:extLst>
                <a:ext uri="{FF2B5EF4-FFF2-40B4-BE49-F238E27FC236}">
                  <a16:creationId xmlns:a16="http://schemas.microsoft.com/office/drawing/2014/main" id="{FE10F22A-55A4-6122-BC09-A3327F9DD5AD}"/>
                </a:ext>
              </a:extLst>
            </p:cNvPr>
            <p:cNvSpPr/>
            <p:nvPr/>
          </p:nvSpPr>
          <p:spPr>
            <a:xfrm>
              <a:off x="4352265" y="110962"/>
              <a:ext cx="1829389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Roles &amp; Responsibilities</a:t>
              </a:r>
            </a:p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4" name="Rectangle: Top Corners Rounded 33">
              <a:extLst>
                <a:ext uri="{FF2B5EF4-FFF2-40B4-BE49-F238E27FC236}">
                  <a16:creationId xmlns:a16="http://schemas.microsoft.com/office/drawing/2014/main" id="{902FE164-3501-338B-CB84-968799453CF8}"/>
                </a:ext>
              </a:extLst>
            </p:cNvPr>
            <p:cNvSpPr/>
            <p:nvPr/>
          </p:nvSpPr>
          <p:spPr>
            <a:xfrm>
              <a:off x="6201974" y="110962"/>
              <a:ext cx="1204537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Way Of Working</a:t>
              </a:r>
            </a:p>
          </p:txBody>
        </p:sp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1E5A600C-13C8-AF15-2AFF-B21C7C016909}"/>
                </a:ext>
              </a:extLst>
            </p:cNvPr>
            <p:cNvSpPr/>
            <p:nvPr/>
          </p:nvSpPr>
          <p:spPr>
            <a:xfrm>
              <a:off x="9540240" y="100494"/>
              <a:ext cx="1255118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Project Timeline</a:t>
              </a:r>
            </a:p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6" name="Rectangle: Top Corners Rounded 35">
              <a:extLst>
                <a:ext uri="{FF2B5EF4-FFF2-40B4-BE49-F238E27FC236}">
                  <a16:creationId xmlns:a16="http://schemas.microsoft.com/office/drawing/2014/main" id="{F261B80B-8D4D-102A-A12E-9B3460CEA705}"/>
                </a:ext>
              </a:extLst>
            </p:cNvPr>
            <p:cNvSpPr/>
            <p:nvPr/>
          </p:nvSpPr>
          <p:spPr>
            <a:xfrm>
              <a:off x="10834934" y="100802"/>
              <a:ext cx="1336746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Testing &amp; Validation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7079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E82A3-7D7C-8E35-5A1F-C8BEDD64F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FD9DE-8102-58D6-83CB-6D5909E64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7" y="994330"/>
            <a:ext cx="12023532" cy="84486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Roles &amp; Responsibilities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0D388C-29A4-ACBA-B28D-5E529917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15</a:t>
            </a:fld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E8621BC-4018-F7BF-47A5-335976A8608C}"/>
              </a:ext>
            </a:extLst>
          </p:cNvPr>
          <p:cNvGrpSpPr/>
          <p:nvPr/>
        </p:nvGrpSpPr>
        <p:grpSpPr>
          <a:xfrm>
            <a:off x="48506" y="100494"/>
            <a:ext cx="12123174" cy="654154"/>
            <a:chOff x="48506" y="100494"/>
            <a:chExt cx="12123174" cy="65415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5F2C05E1-BACD-D061-B74E-593B6B7C715B}"/>
                </a:ext>
              </a:extLst>
            </p:cNvPr>
            <p:cNvSpPr/>
            <p:nvPr/>
          </p:nvSpPr>
          <p:spPr>
            <a:xfrm>
              <a:off x="48506" y="149586"/>
              <a:ext cx="1227539" cy="596386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Project Overview</a:t>
              </a:r>
            </a:p>
          </p:txBody>
        </p:sp>
        <p:sp>
          <p:nvSpPr>
            <p:cNvPr id="11" name="Rectangle: Top Corners Rounded 10">
              <a:extLst>
                <a:ext uri="{FF2B5EF4-FFF2-40B4-BE49-F238E27FC236}">
                  <a16:creationId xmlns:a16="http://schemas.microsoft.com/office/drawing/2014/main" id="{8D1B44CD-BBE7-D7B3-8946-D5354EA1C507}"/>
                </a:ext>
              </a:extLst>
            </p:cNvPr>
            <p:cNvSpPr/>
            <p:nvPr/>
          </p:nvSpPr>
          <p:spPr>
            <a:xfrm>
              <a:off x="1306340" y="119330"/>
              <a:ext cx="1455202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Problem Statement</a:t>
              </a:r>
            </a:p>
          </p:txBody>
        </p:sp>
        <p:sp>
          <p:nvSpPr>
            <p:cNvPr id="12" name="Rectangle: Top Corners Rounded 11">
              <a:extLst>
                <a:ext uri="{FF2B5EF4-FFF2-40B4-BE49-F238E27FC236}">
                  <a16:creationId xmlns:a16="http://schemas.microsoft.com/office/drawing/2014/main" id="{7064DBA2-1068-CA3B-35A9-6FA7802F1A73}"/>
                </a:ext>
              </a:extLst>
            </p:cNvPr>
            <p:cNvSpPr/>
            <p:nvPr/>
          </p:nvSpPr>
          <p:spPr>
            <a:xfrm>
              <a:off x="2795560" y="119330"/>
              <a:ext cx="1521532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System Architecture</a:t>
              </a:r>
            </a:p>
          </p:txBody>
        </p:sp>
        <p:sp>
          <p:nvSpPr>
            <p:cNvPr id="13" name="Rectangle: Top Corners Rounded 12">
              <a:extLst>
                <a:ext uri="{FF2B5EF4-FFF2-40B4-BE49-F238E27FC236}">
                  <a16:creationId xmlns:a16="http://schemas.microsoft.com/office/drawing/2014/main" id="{68D54197-C9FF-EEFE-3102-67DF8CCC1C16}"/>
                </a:ext>
              </a:extLst>
            </p:cNvPr>
            <p:cNvSpPr/>
            <p:nvPr/>
          </p:nvSpPr>
          <p:spPr>
            <a:xfrm>
              <a:off x="7435927" y="103427"/>
              <a:ext cx="2074897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Tools &amp; Technologies Used</a:t>
              </a:r>
            </a:p>
          </p:txBody>
        </p:sp>
        <p:sp>
          <p:nvSpPr>
            <p:cNvPr id="22" name="Rectangle: Top Corners Rounded 21">
              <a:extLst>
                <a:ext uri="{FF2B5EF4-FFF2-40B4-BE49-F238E27FC236}">
                  <a16:creationId xmlns:a16="http://schemas.microsoft.com/office/drawing/2014/main" id="{13D5EB4A-891E-CF68-0411-D4586E3A3EF9}"/>
                </a:ext>
              </a:extLst>
            </p:cNvPr>
            <p:cNvSpPr/>
            <p:nvPr/>
          </p:nvSpPr>
          <p:spPr>
            <a:xfrm>
              <a:off x="4352265" y="110962"/>
              <a:ext cx="1829389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rgbClr val="FF0000"/>
                </a:solidFill>
              </a:endParaRPr>
            </a:p>
            <a:p>
              <a:pPr algn="ctr"/>
              <a:r>
                <a:rPr lang="en-IN" b="1" dirty="0">
                  <a:solidFill>
                    <a:srgbClr val="FF0000"/>
                  </a:solidFill>
                </a:rPr>
                <a:t>Roles &amp; Responsibilities</a:t>
              </a:r>
            </a:p>
            <a:p>
              <a:pPr algn="ctr"/>
              <a:endParaRPr lang="en-IN" b="1" dirty="0">
                <a:solidFill>
                  <a:srgbClr val="FF0000"/>
                </a:solidFill>
              </a:endParaRPr>
            </a:p>
          </p:txBody>
        </p:sp>
        <p:sp>
          <p:nvSpPr>
            <p:cNvPr id="24" name="Rectangle: Top Corners Rounded 23">
              <a:extLst>
                <a:ext uri="{FF2B5EF4-FFF2-40B4-BE49-F238E27FC236}">
                  <a16:creationId xmlns:a16="http://schemas.microsoft.com/office/drawing/2014/main" id="{9282EC71-60E3-E192-5B28-CC78ECAD3FDA}"/>
                </a:ext>
              </a:extLst>
            </p:cNvPr>
            <p:cNvSpPr/>
            <p:nvPr/>
          </p:nvSpPr>
          <p:spPr>
            <a:xfrm>
              <a:off x="6201974" y="110962"/>
              <a:ext cx="1204537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Way Of Working</a:t>
              </a:r>
            </a:p>
          </p:txBody>
        </p:sp>
        <p:sp>
          <p:nvSpPr>
            <p:cNvPr id="25" name="Rectangle: Top Corners Rounded 24">
              <a:extLst>
                <a:ext uri="{FF2B5EF4-FFF2-40B4-BE49-F238E27FC236}">
                  <a16:creationId xmlns:a16="http://schemas.microsoft.com/office/drawing/2014/main" id="{4C0C5D4F-7E8C-95C8-F7FD-B482589FC98A}"/>
                </a:ext>
              </a:extLst>
            </p:cNvPr>
            <p:cNvSpPr/>
            <p:nvPr/>
          </p:nvSpPr>
          <p:spPr>
            <a:xfrm>
              <a:off x="9540240" y="100494"/>
              <a:ext cx="1255118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Project Timeline</a:t>
              </a:r>
            </a:p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" name="Rectangle: Top Corners Rounded 25">
              <a:extLst>
                <a:ext uri="{FF2B5EF4-FFF2-40B4-BE49-F238E27FC236}">
                  <a16:creationId xmlns:a16="http://schemas.microsoft.com/office/drawing/2014/main" id="{5E8C0802-555A-5656-E54E-30CD7B526288}"/>
                </a:ext>
              </a:extLst>
            </p:cNvPr>
            <p:cNvSpPr/>
            <p:nvPr/>
          </p:nvSpPr>
          <p:spPr>
            <a:xfrm>
              <a:off x="10834934" y="100802"/>
              <a:ext cx="1336746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Testing &amp; Validation</a:t>
              </a:r>
            </a:p>
          </p:txBody>
        </p:sp>
      </p:grp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4028986482"/>
              </p:ext>
            </p:extLst>
          </p:nvPr>
        </p:nvGraphicFramePr>
        <p:xfrm>
          <a:off x="419877" y="1839191"/>
          <a:ext cx="11448661" cy="4850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458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F58AB-DD48-5B25-6314-51F68DB2E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40C78-6EEA-E621-876D-B6928980F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7" y="994330"/>
            <a:ext cx="12023532" cy="84486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Of Working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AD97B-65C9-64C0-E1D3-84184D249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65CF7-D650-5634-6E8E-B667B482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16</a:t>
            </a:fld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797F624-9C77-0EB2-3DA7-D5229871E7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9374" y="1604866"/>
            <a:ext cx="11476652" cy="468333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Methodology: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Agile approach using a Kanban board to track progress and manage tasks.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&amp; Collaboration Tools: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JIRA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Task tracking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Version control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Notion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Documentation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Figma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UI/UX planning 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 Approach: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code structure for ease of debugging, testing, and future scalability.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Documentation: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Maintained in Notion and GitHub for clear version tracking and review.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E5D519D-EAB4-6C6A-CC06-5529EC8F45E7}"/>
              </a:ext>
            </a:extLst>
          </p:cNvPr>
          <p:cNvGrpSpPr/>
          <p:nvPr/>
        </p:nvGrpSpPr>
        <p:grpSpPr>
          <a:xfrm>
            <a:off x="48506" y="100494"/>
            <a:ext cx="12113014" cy="654154"/>
            <a:chOff x="48506" y="100494"/>
            <a:chExt cx="12113014" cy="654154"/>
          </a:xfrm>
        </p:grpSpPr>
        <p:sp>
          <p:nvSpPr>
            <p:cNvPr id="9" name="Rectangle: Top Corners Rounded 8">
              <a:extLst>
                <a:ext uri="{FF2B5EF4-FFF2-40B4-BE49-F238E27FC236}">
                  <a16:creationId xmlns:a16="http://schemas.microsoft.com/office/drawing/2014/main" id="{31EAFE33-D5DE-CA0E-5836-49C69F585BAC}"/>
                </a:ext>
              </a:extLst>
            </p:cNvPr>
            <p:cNvSpPr/>
            <p:nvPr/>
          </p:nvSpPr>
          <p:spPr>
            <a:xfrm>
              <a:off x="48506" y="149586"/>
              <a:ext cx="1227539" cy="596386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Project Overview</a:t>
              </a:r>
            </a:p>
          </p:txBody>
        </p:sp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9B7CAF21-944A-88C3-62AA-AEAA385549E2}"/>
                </a:ext>
              </a:extLst>
            </p:cNvPr>
            <p:cNvSpPr/>
            <p:nvPr/>
          </p:nvSpPr>
          <p:spPr>
            <a:xfrm>
              <a:off x="1306340" y="119330"/>
              <a:ext cx="1455202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Problem Statement</a:t>
              </a:r>
            </a:p>
          </p:txBody>
        </p:sp>
        <p:sp>
          <p:nvSpPr>
            <p:cNvPr id="11" name="Rectangle: Top Corners Rounded 10">
              <a:extLst>
                <a:ext uri="{FF2B5EF4-FFF2-40B4-BE49-F238E27FC236}">
                  <a16:creationId xmlns:a16="http://schemas.microsoft.com/office/drawing/2014/main" id="{5D67391B-D7BF-1161-2816-DBF67A48EEFB}"/>
                </a:ext>
              </a:extLst>
            </p:cNvPr>
            <p:cNvSpPr/>
            <p:nvPr/>
          </p:nvSpPr>
          <p:spPr>
            <a:xfrm>
              <a:off x="2795560" y="119330"/>
              <a:ext cx="1521532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System Architecture</a:t>
              </a:r>
            </a:p>
          </p:txBody>
        </p:sp>
        <p:sp>
          <p:nvSpPr>
            <p:cNvPr id="12" name="Rectangle: Top Corners Rounded 11">
              <a:extLst>
                <a:ext uri="{FF2B5EF4-FFF2-40B4-BE49-F238E27FC236}">
                  <a16:creationId xmlns:a16="http://schemas.microsoft.com/office/drawing/2014/main" id="{0E89D7A0-F184-308F-C004-F3596E5FA22E}"/>
                </a:ext>
              </a:extLst>
            </p:cNvPr>
            <p:cNvSpPr/>
            <p:nvPr/>
          </p:nvSpPr>
          <p:spPr>
            <a:xfrm>
              <a:off x="7425767" y="103427"/>
              <a:ext cx="2074897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Tools &amp; Technologies Used</a:t>
              </a:r>
            </a:p>
          </p:txBody>
        </p:sp>
        <p:sp>
          <p:nvSpPr>
            <p:cNvPr id="13" name="Rectangle: Top Corners Rounded 12">
              <a:extLst>
                <a:ext uri="{FF2B5EF4-FFF2-40B4-BE49-F238E27FC236}">
                  <a16:creationId xmlns:a16="http://schemas.microsoft.com/office/drawing/2014/main" id="{CEEB4546-3695-590D-CC2C-57FAEAB2D3B8}"/>
                </a:ext>
              </a:extLst>
            </p:cNvPr>
            <p:cNvSpPr/>
            <p:nvPr/>
          </p:nvSpPr>
          <p:spPr>
            <a:xfrm>
              <a:off x="4352265" y="110962"/>
              <a:ext cx="1795435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Roles &amp; Responsibilities</a:t>
              </a:r>
            </a:p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" name="Rectangle: Top Corners Rounded 14">
              <a:extLst>
                <a:ext uri="{FF2B5EF4-FFF2-40B4-BE49-F238E27FC236}">
                  <a16:creationId xmlns:a16="http://schemas.microsoft.com/office/drawing/2014/main" id="{B5A88D78-A332-1CD4-B526-01ED8334C9F0}"/>
                </a:ext>
              </a:extLst>
            </p:cNvPr>
            <p:cNvSpPr/>
            <p:nvPr/>
          </p:nvSpPr>
          <p:spPr>
            <a:xfrm>
              <a:off x="6181654" y="110962"/>
              <a:ext cx="1204537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rgbClr val="FF0000"/>
                  </a:solidFill>
                </a:rPr>
                <a:t>Way Of Working</a:t>
              </a:r>
            </a:p>
          </p:txBody>
        </p:sp>
        <p:sp>
          <p:nvSpPr>
            <p:cNvPr id="22" name="Rectangle: Top Corners Rounded 21">
              <a:extLst>
                <a:ext uri="{FF2B5EF4-FFF2-40B4-BE49-F238E27FC236}">
                  <a16:creationId xmlns:a16="http://schemas.microsoft.com/office/drawing/2014/main" id="{2E2AEC5E-D5CC-B9AA-3EEB-E1D31081662F}"/>
                </a:ext>
              </a:extLst>
            </p:cNvPr>
            <p:cNvSpPr/>
            <p:nvPr/>
          </p:nvSpPr>
          <p:spPr>
            <a:xfrm>
              <a:off x="9530080" y="100494"/>
              <a:ext cx="1255118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Project Timeline</a:t>
              </a:r>
            </a:p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Rectangle: Top Corners Rounded 23">
              <a:extLst>
                <a:ext uri="{FF2B5EF4-FFF2-40B4-BE49-F238E27FC236}">
                  <a16:creationId xmlns:a16="http://schemas.microsoft.com/office/drawing/2014/main" id="{BB48DE3F-5571-2FC4-696A-456674E73150}"/>
                </a:ext>
              </a:extLst>
            </p:cNvPr>
            <p:cNvSpPr/>
            <p:nvPr/>
          </p:nvSpPr>
          <p:spPr>
            <a:xfrm>
              <a:off x="10824774" y="100802"/>
              <a:ext cx="1336746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Testing &amp; Validation</a:t>
              </a: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16" y="2220685"/>
            <a:ext cx="4505810" cy="263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82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227D5-B402-B9BF-001A-D72A3C48E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52252-126D-39E6-7E87-5582AD26A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7" y="994330"/>
            <a:ext cx="12023532" cy="84486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8AF71-7163-BF5F-59C2-18D301969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60971-0B50-F523-D99F-E948BF182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17</a:t>
            </a:fld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63F2BF1-57AC-E795-2636-714F19540E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21804" y="1928053"/>
            <a:ext cx="10531996" cy="399115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&amp; Hardware: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STM32F4 development board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transceiver (MCP2562)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 &amp; actuators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Tools: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STM32CubeIDE – Firmware development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9F700AF-27C1-C58A-6A6C-801A978A3261}"/>
              </a:ext>
            </a:extLst>
          </p:cNvPr>
          <p:cNvGrpSpPr/>
          <p:nvPr/>
        </p:nvGrpSpPr>
        <p:grpSpPr>
          <a:xfrm>
            <a:off x="48506" y="100494"/>
            <a:ext cx="12123174" cy="654154"/>
            <a:chOff x="48506" y="100494"/>
            <a:chExt cx="12123174" cy="654154"/>
          </a:xfrm>
        </p:grpSpPr>
        <p:sp>
          <p:nvSpPr>
            <p:cNvPr id="24" name="Rectangle: Top Corners Rounded 23">
              <a:extLst>
                <a:ext uri="{FF2B5EF4-FFF2-40B4-BE49-F238E27FC236}">
                  <a16:creationId xmlns:a16="http://schemas.microsoft.com/office/drawing/2014/main" id="{0C1E3C65-CF8D-132D-F5FE-C7BB669F5927}"/>
                </a:ext>
              </a:extLst>
            </p:cNvPr>
            <p:cNvSpPr/>
            <p:nvPr/>
          </p:nvSpPr>
          <p:spPr>
            <a:xfrm>
              <a:off x="48506" y="149586"/>
              <a:ext cx="1227539" cy="596386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Project Overview</a:t>
              </a:r>
            </a:p>
          </p:txBody>
        </p:sp>
        <p:sp>
          <p:nvSpPr>
            <p:cNvPr id="25" name="Rectangle: Top Corners Rounded 24">
              <a:extLst>
                <a:ext uri="{FF2B5EF4-FFF2-40B4-BE49-F238E27FC236}">
                  <a16:creationId xmlns:a16="http://schemas.microsoft.com/office/drawing/2014/main" id="{A69C4C69-23E9-E05B-1AA1-D0638D394C5B}"/>
                </a:ext>
              </a:extLst>
            </p:cNvPr>
            <p:cNvSpPr/>
            <p:nvPr/>
          </p:nvSpPr>
          <p:spPr>
            <a:xfrm>
              <a:off x="1306340" y="119330"/>
              <a:ext cx="1455202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Problem Statement</a:t>
              </a:r>
            </a:p>
          </p:txBody>
        </p:sp>
        <p:sp>
          <p:nvSpPr>
            <p:cNvPr id="26" name="Rectangle: Top Corners Rounded 25">
              <a:extLst>
                <a:ext uri="{FF2B5EF4-FFF2-40B4-BE49-F238E27FC236}">
                  <a16:creationId xmlns:a16="http://schemas.microsoft.com/office/drawing/2014/main" id="{DABC1473-8464-EBBD-F9A4-638B1D70CE77}"/>
                </a:ext>
              </a:extLst>
            </p:cNvPr>
            <p:cNvSpPr/>
            <p:nvPr/>
          </p:nvSpPr>
          <p:spPr>
            <a:xfrm>
              <a:off x="2795560" y="119330"/>
              <a:ext cx="1521532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System Architecture</a:t>
              </a:r>
            </a:p>
          </p:txBody>
        </p:sp>
        <p:sp>
          <p:nvSpPr>
            <p:cNvPr id="27" name="Rectangle: Top Corners Rounded 26">
              <a:extLst>
                <a:ext uri="{FF2B5EF4-FFF2-40B4-BE49-F238E27FC236}">
                  <a16:creationId xmlns:a16="http://schemas.microsoft.com/office/drawing/2014/main" id="{384D1DAA-4987-B87C-F67B-FC87427182D6}"/>
                </a:ext>
              </a:extLst>
            </p:cNvPr>
            <p:cNvSpPr/>
            <p:nvPr/>
          </p:nvSpPr>
          <p:spPr>
            <a:xfrm>
              <a:off x="7425767" y="103427"/>
              <a:ext cx="2074897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rgbClr val="FF0000"/>
                  </a:solidFill>
                </a:rPr>
                <a:t>Tools &amp; Technology Used</a:t>
              </a:r>
            </a:p>
          </p:txBody>
        </p:sp>
        <p:sp>
          <p:nvSpPr>
            <p:cNvPr id="28" name="Rectangle: Top Corners Rounded 27">
              <a:extLst>
                <a:ext uri="{FF2B5EF4-FFF2-40B4-BE49-F238E27FC236}">
                  <a16:creationId xmlns:a16="http://schemas.microsoft.com/office/drawing/2014/main" id="{E712CDE2-D5B8-C49A-5B61-467DC119ACA6}"/>
                </a:ext>
              </a:extLst>
            </p:cNvPr>
            <p:cNvSpPr/>
            <p:nvPr/>
          </p:nvSpPr>
          <p:spPr>
            <a:xfrm>
              <a:off x="4352265" y="110962"/>
              <a:ext cx="1795435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Roles &amp; Responsibilities</a:t>
              </a:r>
            </a:p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" name="Rectangle: Top Corners Rounded 28">
              <a:extLst>
                <a:ext uri="{FF2B5EF4-FFF2-40B4-BE49-F238E27FC236}">
                  <a16:creationId xmlns:a16="http://schemas.microsoft.com/office/drawing/2014/main" id="{7BF07E4A-BD2A-621A-5D84-44C2404BC3F7}"/>
                </a:ext>
              </a:extLst>
            </p:cNvPr>
            <p:cNvSpPr/>
            <p:nvPr/>
          </p:nvSpPr>
          <p:spPr>
            <a:xfrm>
              <a:off x="6181654" y="110962"/>
              <a:ext cx="1204537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Way Of Working</a:t>
              </a:r>
            </a:p>
          </p:txBody>
        </p:sp>
        <p:sp>
          <p:nvSpPr>
            <p:cNvPr id="30" name="Rectangle: Top Corners Rounded 29">
              <a:extLst>
                <a:ext uri="{FF2B5EF4-FFF2-40B4-BE49-F238E27FC236}">
                  <a16:creationId xmlns:a16="http://schemas.microsoft.com/office/drawing/2014/main" id="{263FB8BE-DB2A-AA45-D487-F23518AD665D}"/>
                </a:ext>
              </a:extLst>
            </p:cNvPr>
            <p:cNvSpPr/>
            <p:nvPr/>
          </p:nvSpPr>
          <p:spPr>
            <a:xfrm>
              <a:off x="9540240" y="100494"/>
              <a:ext cx="1255118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Project Timeline</a:t>
              </a:r>
            </a:p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1" name="Rectangle: Top Corners Rounded 30">
              <a:extLst>
                <a:ext uri="{FF2B5EF4-FFF2-40B4-BE49-F238E27FC236}">
                  <a16:creationId xmlns:a16="http://schemas.microsoft.com/office/drawing/2014/main" id="{29C152D6-78DE-C7EA-CDD0-A1498CB69E25}"/>
                </a:ext>
              </a:extLst>
            </p:cNvPr>
            <p:cNvSpPr/>
            <p:nvPr/>
          </p:nvSpPr>
          <p:spPr>
            <a:xfrm>
              <a:off x="10834934" y="100802"/>
              <a:ext cx="1336746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Testing &amp; Validation</a:t>
              </a:r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395" y="1928053"/>
            <a:ext cx="5130979" cy="31571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6661" y="5243804"/>
            <a:ext cx="4897713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Fig:STM32F4 development board</a:t>
            </a:r>
          </a:p>
        </p:txBody>
      </p:sp>
    </p:spTree>
    <p:extLst>
      <p:ext uri="{BB962C8B-B14F-4D97-AF65-F5344CB8AC3E}">
        <p14:creationId xmlns:p14="http://schemas.microsoft.com/office/powerpoint/2010/main" val="488727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63C94-CCA8-F8D2-5974-7E54EA9DF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1EDF5-436B-0E72-B8E0-C1ECDCF9B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7" y="994330"/>
            <a:ext cx="12023532" cy="84486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8FF90-136C-E847-621C-C74FD03E4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F6376-5764-49C7-B551-AF75C291F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18</a:t>
            </a:fld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14B3989-1084-1AA1-9413-C3E25A03F4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21804" y="1867093"/>
            <a:ext cx="10531996" cy="399115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– Version control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Notion – Documentation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Protocols: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CANFD – High-speed in-vehicle communication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UDS (ISO 14229) – Diagnostic services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OBD-II – External diagnostics interface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DACE8B8-DD88-3FDB-08B9-D46101832514}"/>
              </a:ext>
            </a:extLst>
          </p:cNvPr>
          <p:cNvGrpSpPr/>
          <p:nvPr/>
        </p:nvGrpSpPr>
        <p:grpSpPr>
          <a:xfrm>
            <a:off x="48506" y="100494"/>
            <a:ext cx="12123174" cy="654154"/>
            <a:chOff x="48506" y="100494"/>
            <a:chExt cx="12123174" cy="654154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238BA871-AA0D-1A11-74DA-AAAA57753F3C}"/>
                </a:ext>
              </a:extLst>
            </p:cNvPr>
            <p:cNvSpPr/>
            <p:nvPr/>
          </p:nvSpPr>
          <p:spPr>
            <a:xfrm>
              <a:off x="48506" y="149586"/>
              <a:ext cx="1227539" cy="596386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Project Overview</a:t>
              </a:r>
            </a:p>
          </p:txBody>
        </p:sp>
        <p:sp>
          <p:nvSpPr>
            <p:cNvPr id="9" name="Rectangle: Top Corners Rounded 8">
              <a:extLst>
                <a:ext uri="{FF2B5EF4-FFF2-40B4-BE49-F238E27FC236}">
                  <a16:creationId xmlns:a16="http://schemas.microsoft.com/office/drawing/2014/main" id="{E4987EAF-3A3E-7C3D-F2D3-8D632712FEA2}"/>
                </a:ext>
              </a:extLst>
            </p:cNvPr>
            <p:cNvSpPr/>
            <p:nvPr/>
          </p:nvSpPr>
          <p:spPr>
            <a:xfrm>
              <a:off x="1306340" y="119330"/>
              <a:ext cx="1455202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Problem Statement</a:t>
              </a:r>
            </a:p>
          </p:txBody>
        </p:sp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0EC99AC6-41E5-879F-E8CC-710C54AF04E4}"/>
                </a:ext>
              </a:extLst>
            </p:cNvPr>
            <p:cNvSpPr/>
            <p:nvPr/>
          </p:nvSpPr>
          <p:spPr>
            <a:xfrm>
              <a:off x="2795560" y="119330"/>
              <a:ext cx="1521532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System Architecture</a:t>
              </a:r>
            </a:p>
          </p:txBody>
        </p:sp>
        <p:sp>
          <p:nvSpPr>
            <p:cNvPr id="11" name="Rectangle: Top Corners Rounded 10">
              <a:extLst>
                <a:ext uri="{FF2B5EF4-FFF2-40B4-BE49-F238E27FC236}">
                  <a16:creationId xmlns:a16="http://schemas.microsoft.com/office/drawing/2014/main" id="{8D759CE8-6D6F-F4F5-CF3A-55651C6E5DCC}"/>
                </a:ext>
              </a:extLst>
            </p:cNvPr>
            <p:cNvSpPr/>
            <p:nvPr/>
          </p:nvSpPr>
          <p:spPr>
            <a:xfrm>
              <a:off x="7425767" y="103427"/>
              <a:ext cx="2074897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rgbClr val="FF0000"/>
                  </a:solidFill>
                </a:rPr>
                <a:t>Tools &amp; Technology Used</a:t>
              </a:r>
            </a:p>
          </p:txBody>
        </p:sp>
        <p:sp>
          <p:nvSpPr>
            <p:cNvPr id="12" name="Rectangle: Top Corners Rounded 11">
              <a:extLst>
                <a:ext uri="{FF2B5EF4-FFF2-40B4-BE49-F238E27FC236}">
                  <a16:creationId xmlns:a16="http://schemas.microsoft.com/office/drawing/2014/main" id="{65101CDF-6FF1-71E7-6BD6-A28B666044AF}"/>
                </a:ext>
              </a:extLst>
            </p:cNvPr>
            <p:cNvSpPr/>
            <p:nvPr/>
          </p:nvSpPr>
          <p:spPr>
            <a:xfrm>
              <a:off x="4352265" y="110962"/>
              <a:ext cx="1795435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Roles &amp; Responsibilities</a:t>
              </a:r>
            </a:p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" name="Rectangle: Top Corners Rounded 12">
              <a:extLst>
                <a:ext uri="{FF2B5EF4-FFF2-40B4-BE49-F238E27FC236}">
                  <a16:creationId xmlns:a16="http://schemas.microsoft.com/office/drawing/2014/main" id="{DC97971D-87B2-15E8-1D5F-78C43DE2F083}"/>
                </a:ext>
              </a:extLst>
            </p:cNvPr>
            <p:cNvSpPr/>
            <p:nvPr/>
          </p:nvSpPr>
          <p:spPr>
            <a:xfrm>
              <a:off x="6181654" y="110962"/>
              <a:ext cx="1204537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Way Of Working</a:t>
              </a:r>
            </a:p>
          </p:txBody>
        </p:sp>
        <p:sp>
          <p:nvSpPr>
            <p:cNvPr id="15" name="Rectangle: Top Corners Rounded 14">
              <a:extLst>
                <a:ext uri="{FF2B5EF4-FFF2-40B4-BE49-F238E27FC236}">
                  <a16:creationId xmlns:a16="http://schemas.microsoft.com/office/drawing/2014/main" id="{3B2B15B5-F309-DE71-D2DD-BA3D9EEF4290}"/>
                </a:ext>
              </a:extLst>
            </p:cNvPr>
            <p:cNvSpPr/>
            <p:nvPr/>
          </p:nvSpPr>
          <p:spPr>
            <a:xfrm>
              <a:off x="9540240" y="100494"/>
              <a:ext cx="1255118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Project Timeline</a:t>
              </a:r>
            </a:p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" name="Rectangle: Top Corners Rounded 16">
              <a:extLst>
                <a:ext uri="{FF2B5EF4-FFF2-40B4-BE49-F238E27FC236}">
                  <a16:creationId xmlns:a16="http://schemas.microsoft.com/office/drawing/2014/main" id="{01DE0F6B-03F7-B4D1-F38A-B82C7225DF07}"/>
                </a:ext>
              </a:extLst>
            </p:cNvPr>
            <p:cNvSpPr/>
            <p:nvPr/>
          </p:nvSpPr>
          <p:spPr>
            <a:xfrm>
              <a:off x="10834934" y="100802"/>
              <a:ext cx="1336746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Testing &amp; Validation</a:t>
              </a:r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088" y="2146436"/>
            <a:ext cx="4388304" cy="29848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67005" y="5438506"/>
            <a:ext cx="353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OBD-II 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7786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94170-2819-EBD1-2F50-6DAFB51D3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138FE-125E-E5DB-9703-E7C8A45F3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7" y="994330"/>
            <a:ext cx="12023532" cy="84486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F6323E-08F7-93BA-3D14-337BB7E8E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CF1ED-7788-0821-A06A-19C83B442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19</a:t>
            </a:fld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F4AE2A6-B94F-AA0A-5578-5FC88DF5E8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21804" y="1694373"/>
            <a:ext cx="10531996" cy="467339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1: Requirement Analysis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BCM functionality, UDS protocol, and CANFD basics.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2: System Design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Finalize architecture and define roles.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 initial block diagram and documentation.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3: Development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BCM coding and CAN communication setup.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34F8754-0AEB-A01F-1A5E-BC3C56532CCB}"/>
              </a:ext>
            </a:extLst>
          </p:cNvPr>
          <p:cNvGrpSpPr/>
          <p:nvPr/>
        </p:nvGrpSpPr>
        <p:grpSpPr>
          <a:xfrm>
            <a:off x="48506" y="100494"/>
            <a:ext cx="12123174" cy="654154"/>
            <a:chOff x="48506" y="100494"/>
            <a:chExt cx="12123174" cy="654154"/>
          </a:xfrm>
        </p:grpSpPr>
        <p:sp>
          <p:nvSpPr>
            <p:cNvPr id="26" name="Rectangle: Top Corners Rounded 25">
              <a:extLst>
                <a:ext uri="{FF2B5EF4-FFF2-40B4-BE49-F238E27FC236}">
                  <a16:creationId xmlns:a16="http://schemas.microsoft.com/office/drawing/2014/main" id="{0945F064-96D3-5773-FE54-7ACC0421EF2A}"/>
                </a:ext>
              </a:extLst>
            </p:cNvPr>
            <p:cNvSpPr/>
            <p:nvPr/>
          </p:nvSpPr>
          <p:spPr>
            <a:xfrm>
              <a:off x="48506" y="149586"/>
              <a:ext cx="1227539" cy="596386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Project Overview</a:t>
              </a:r>
            </a:p>
          </p:txBody>
        </p:sp>
        <p:sp>
          <p:nvSpPr>
            <p:cNvPr id="27" name="Rectangle: Top Corners Rounded 26">
              <a:extLst>
                <a:ext uri="{FF2B5EF4-FFF2-40B4-BE49-F238E27FC236}">
                  <a16:creationId xmlns:a16="http://schemas.microsoft.com/office/drawing/2014/main" id="{BB7BE0C9-C454-9FD8-D160-53974622225D}"/>
                </a:ext>
              </a:extLst>
            </p:cNvPr>
            <p:cNvSpPr/>
            <p:nvPr/>
          </p:nvSpPr>
          <p:spPr>
            <a:xfrm>
              <a:off x="1306340" y="119330"/>
              <a:ext cx="1455202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Problem Statement</a:t>
              </a:r>
            </a:p>
          </p:txBody>
        </p:sp>
        <p:sp>
          <p:nvSpPr>
            <p:cNvPr id="28" name="Rectangle: Top Corners Rounded 27">
              <a:extLst>
                <a:ext uri="{FF2B5EF4-FFF2-40B4-BE49-F238E27FC236}">
                  <a16:creationId xmlns:a16="http://schemas.microsoft.com/office/drawing/2014/main" id="{2A423014-3B6A-F0FB-BD2F-658AC45E33E3}"/>
                </a:ext>
              </a:extLst>
            </p:cNvPr>
            <p:cNvSpPr/>
            <p:nvPr/>
          </p:nvSpPr>
          <p:spPr>
            <a:xfrm>
              <a:off x="2795560" y="119330"/>
              <a:ext cx="1521532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System Architecture</a:t>
              </a:r>
            </a:p>
          </p:txBody>
        </p:sp>
        <p:sp>
          <p:nvSpPr>
            <p:cNvPr id="29" name="Rectangle: Top Corners Rounded 28">
              <a:extLst>
                <a:ext uri="{FF2B5EF4-FFF2-40B4-BE49-F238E27FC236}">
                  <a16:creationId xmlns:a16="http://schemas.microsoft.com/office/drawing/2014/main" id="{54F279C7-CE3A-6AE2-EA47-D71284B28F4C}"/>
                </a:ext>
              </a:extLst>
            </p:cNvPr>
            <p:cNvSpPr/>
            <p:nvPr/>
          </p:nvSpPr>
          <p:spPr>
            <a:xfrm>
              <a:off x="7415607" y="103427"/>
              <a:ext cx="2074897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Tools &amp; Technologies Used</a:t>
              </a:r>
            </a:p>
          </p:txBody>
        </p:sp>
        <p:sp>
          <p:nvSpPr>
            <p:cNvPr id="30" name="Rectangle: Top Corners Rounded 29">
              <a:extLst>
                <a:ext uri="{FF2B5EF4-FFF2-40B4-BE49-F238E27FC236}">
                  <a16:creationId xmlns:a16="http://schemas.microsoft.com/office/drawing/2014/main" id="{F8D4CDF3-85AD-E71B-7A95-4369B318CEB3}"/>
                </a:ext>
              </a:extLst>
            </p:cNvPr>
            <p:cNvSpPr/>
            <p:nvPr/>
          </p:nvSpPr>
          <p:spPr>
            <a:xfrm>
              <a:off x="4352265" y="110962"/>
              <a:ext cx="1795435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Roles &amp; Responsibilities</a:t>
              </a:r>
            </a:p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1" name="Rectangle: Top Corners Rounded 30">
              <a:extLst>
                <a:ext uri="{FF2B5EF4-FFF2-40B4-BE49-F238E27FC236}">
                  <a16:creationId xmlns:a16="http://schemas.microsoft.com/office/drawing/2014/main" id="{47BAA0A0-8B61-E54D-0D85-5314A4154A19}"/>
                </a:ext>
              </a:extLst>
            </p:cNvPr>
            <p:cNvSpPr/>
            <p:nvPr/>
          </p:nvSpPr>
          <p:spPr>
            <a:xfrm>
              <a:off x="6181654" y="110962"/>
              <a:ext cx="1204537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Way Of Working</a:t>
              </a:r>
            </a:p>
          </p:txBody>
        </p:sp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D4D01C6B-6680-5615-C72E-989E9458EAF8}"/>
                </a:ext>
              </a:extLst>
            </p:cNvPr>
            <p:cNvSpPr/>
            <p:nvPr/>
          </p:nvSpPr>
          <p:spPr>
            <a:xfrm>
              <a:off x="9540240" y="100494"/>
              <a:ext cx="1255118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rgbClr val="FF0000"/>
                </a:solidFill>
              </a:endParaRPr>
            </a:p>
            <a:p>
              <a:pPr algn="ctr"/>
              <a:r>
                <a:rPr lang="en-IN" b="1" dirty="0">
                  <a:solidFill>
                    <a:srgbClr val="FF0000"/>
                  </a:solidFill>
                </a:rPr>
                <a:t>Project Timeline</a:t>
              </a:r>
            </a:p>
            <a:p>
              <a:pPr algn="ctr"/>
              <a:endParaRPr lang="en-IN" b="1" dirty="0">
                <a:solidFill>
                  <a:srgbClr val="FF0000"/>
                </a:solidFill>
              </a:endParaRPr>
            </a:p>
          </p:txBody>
        </p:sp>
        <p:sp>
          <p:nvSpPr>
            <p:cNvPr id="33" name="Rectangle: Top Corners Rounded 32">
              <a:extLst>
                <a:ext uri="{FF2B5EF4-FFF2-40B4-BE49-F238E27FC236}">
                  <a16:creationId xmlns:a16="http://schemas.microsoft.com/office/drawing/2014/main" id="{52793899-9880-ABA6-66CF-E8FC52456B5A}"/>
                </a:ext>
              </a:extLst>
            </p:cNvPr>
            <p:cNvSpPr/>
            <p:nvPr/>
          </p:nvSpPr>
          <p:spPr>
            <a:xfrm>
              <a:off x="10834934" y="100802"/>
              <a:ext cx="1336746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Testing &amp; Validation</a:t>
              </a:r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0073" y="2892490"/>
            <a:ext cx="4771927" cy="303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76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E021D-FF00-2782-4D5E-FED18CCE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31B5F-B502-F1BE-FEB0-D5C9CA820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7" y="994330"/>
            <a:ext cx="12023532" cy="84486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51DA4D-F586-5778-C852-264C38D54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BB8C69-EF1A-9DB3-3FD3-746C23CF4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20</a:t>
            </a:fld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B87D27A-E5BD-A99D-AC82-8A39A6A66C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21804" y="1694373"/>
            <a:ext cx="10531996" cy="535563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UDS services.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4: Integration &amp; Testing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 hardware and test communication.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diagnostics and fault testing.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5: Tool Development &amp; Finalization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data visualization tool.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testing, documentation, and presentation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F3C928A-73BA-7223-CF37-216E29DAD129}"/>
              </a:ext>
            </a:extLst>
          </p:cNvPr>
          <p:cNvGrpSpPr/>
          <p:nvPr/>
        </p:nvGrpSpPr>
        <p:grpSpPr>
          <a:xfrm>
            <a:off x="48506" y="100494"/>
            <a:ext cx="12123174" cy="654154"/>
            <a:chOff x="48506" y="100494"/>
            <a:chExt cx="12123174" cy="654154"/>
          </a:xfrm>
        </p:grpSpPr>
        <p:sp>
          <p:nvSpPr>
            <p:cNvPr id="25" name="Rectangle: Top Corners Rounded 24">
              <a:extLst>
                <a:ext uri="{FF2B5EF4-FFF2-40B4-BE49-F238E27FC236}">
                  <a16:creationId xmlns:a16="http://schemas.microsoft.com/office/drawing/2014/main" id="{36EE7DD5-4D34-7223-E753-79E77318F92B}"/>
                </a:ext>
              </a:extLst>
            </p:cNvPr>
            <p:cNvSpPr/>
            <p:nvPr/>
          </p:nvSpPr>
          <p:spPr>
            <a:xfrm>
              <a:off x="48506" y="149586"/>
              <a:ext cx="1227539" cy="596386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Project Overview</a:t>
              </a:r>
            </a:p>
          </p:txBody>
        </p:sp>
        <p:sp>
          <p:nvSpPr>
            <p:cNvPr id="26" name="Rectangle: Top Corners Rounded 25">
              <a:extLst>
                <a:ext uri="{FF2B5EF4-FFF2-40B4-BE49-F238E27FC236}">
                  <a16:creationId xmlns:a16="http://schemas.microsoft.com/office/drawing/2014/main" id="{F6FB7A5C-CAA5-8ABB-032E-D040920D29AF}"/>
                </a:ext>
              </a:extLst>
            </p:cNvPr>
            <p:cNvSpPr/>
            <p:nvPr/>
          </p:nvSpPr>
          <p:spPr>
            <a:xfrm>
              <a:off x="1306340" y="119330"/>
              <a:ext cx="1455202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Problem Statement</a:t>
              </a:r>
            </a:p>
          </p:txBody>
        </p:sp>
        <p:sp>
          <p:nvSpPr>
            <p:cNvPr id="27" name="Rectangle: Top Corners Rounded 26">
              <a:extLst>
                <a:ext uri="{FF2B5EF4-FFF2-40B4-BE49-F238E27FC236}">
                  <a16:creationId xmlns:a16="http://schemas.microsoft.com/office/drawing/2014/main" id="{24DF1BBF-E104-B908-415B-BBACD15462DD}"/>
                </a:ext>
              </a:extLst>
            </p:cNvPr>
            <p:cNvSpPr/>
            <p:nvPr/>
          </p:nvSpPr>
          <p:spPr>
            <a:xfrm>
              <a:off x="2795560" y="119330"/>
              <a:ext cx="1521532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System Architecture</a:t>
              </a:r>
            </a:p>
          </p:txBody>
        </p:sp>
        <p:sp>
          <p:nvSpPr>
            <p:cNvPr id="28" name="Rectangle: Top Corners Rounded 27">
              <a:extLst>
                <a:ext uri="{FF2B5EF4-FFF2-40B4-BE49-F238E27FC236}">
                  <a16:creationId xmlns:a16="http://schemas.microsoft.com/office/drawing/2014/main" id="{EAEC2D52-14E3-6277-7D93-7EFB04E38D68}"/>
                </a:ext>
              </a:extLst>
            </p:cNvPr>
            <p:cNvSpPr/>
            <p:nvPr/>
          </p:nvSpPr>
          <p:spPr>
            <a:xfrm>
              <a:off x="7415607" y="103427"/>
              <a:ext cx="2074897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Tools &amp; Technologies Used</a:t>
              </a:r>
            </a:p>
          </p:txBody>
        </p:sp>
        <p:sp>
          <p:nvSpPr>
            <p:cNvPr id="29" name="Rectangle: Top Corners Rounded 28">
              <a:extLst>
                <a:ext uri="{FF2B5EF4-FFF2-40B4-BE49-F238E27FC236}">
                  <a16:creationId xmlns:a16="http://schemas.microsoft.com/office/drawing/2014/main" id="{68BEA817-9A5A-DBD7-23B7-84EA2D913D11}"/>
                </a:ext>
              </a:extLst>
            </p:cNvPr>
            <p:cNvSpPr/>
            <p:nvPr/>
          </p:nvSpPr>
          <p:spPr>
            <a:xfrm>
              <a:off x="4352265" y="110962"/>
              <a:ext cx="1795435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Roles &amp; Responsibilities</a:t>
              </a:r>
            </a:p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0" name="Rectangle: Top Corners Rounded 29">
              <a:extLst>
                <a:ext uri="{FF2B5EF4-FFF2-40B4-BE49-F238E27FC236}">
                  <a16:creationId xmlns:a16="http://schemas.microsoft.com/office/drawing/2014/main" id="{111C04B7-7273-A691-3677-BA170032264D}"/>
                </a:ext>
              </a:extLst>
            </p:cNvPr>
            <p:cNvSpPr/>
            <p:nvPr/>
          </p:nvSpPr>
          <p:spPr>
            <a:xfrm>
              <a:off x="6181654" y="110962"/>
              <a:ext cx="1204537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Way Of Working</a:t>
              </a:r>
            </a:p>
          </p:txBody>
        </p:sp>
        <p:sp>
          <p:nvSpPr>
            <p:cNvPr id="31" name="Rectangle: Top Corners Rounded 30">
              <a:extLst>
                <a:ext uri="{FF2B5EF4-FFF2-40B4-BE49-F238E27FC236}">
                  <a16:creationId xmlns:a16="http://schemas.microsoft.com/office/drawing/2014/main" id="{589107FA-8F87-5F78-A199-0FB63A9B48AC}"/>
                </a:ext>
              </a:extLst>
            </p:cNvPr>
            <p:cNvSpPr/>
            <p:nvPr/>
          </p:nvSpPr>
          <p:spPr>
            <a:xfrm>
              <a:off x="9540240" y="100494"/>
              <a:ext cx="1255118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rgbClr val="FF0000"/>
                </a:solidFill>
              </a:endParaRPr>
            </a:p>
            <a:p>
              <a:pPr algn="ctr"/>
              <a:r>
                <a:rPr lang="en-IN" b="1" dirty="0">
                  <a:solidFill>
                    <a:srgbClr val="FF0000"/>
                  </a:solidFill>
                </a:rPr>
                <a:t>Project Timeline</a:t>
              </a:r>
            </a:p>
            <a:p>
              <a:pPr algn="ctr"/>
              <a:endParaRPr lang="en-IN" b="1" dirty="0">
                <a:solidFill>
                  <a:srgbClr val="FF0000"/>
                </a:solidFill>
              </a:endParaRPr>
            </a:p>
          </p:txBody>
        </p:sp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FCCA78EE-C2B3-E004-E18F-80A293484137}"/>
                </a:ext>
              </a:extLst>
            </p:cNvPr>
            <p:cNvSpPr/>
            <p:nvPr/>
          </p:nvSpPr>
          <p:spPr>
            <a:xfrm>
              <a:off x="10834934" y="100802"/>
              <a:ext cx="1336746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Testing &amp; Validation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0445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37322-0A4C-0C52-5AAE-5B43F4549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D9709-20EF-ED35-06EB-BE6F6FF1D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7" y="994330"/>
            <a:ext cx="12023532" cy="84486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Validation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B2648-9859-EB50-A120-D8CB493A8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444C0-1CF3-1643-D83F-6A0F4EA2A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21</a:t>
            </a:fld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2171DFA-6448-BABC-301F-37AD163D1B86}"/>
              </a:ext>
            </a:extLst>
          </p:cNvPr>
          <p:cNvGrpSpPr/>
          <p:nvPr/>
        </p:nvGrpSpPr>
        <p:grpSpPr>
          <a:xfrm>
            <a:off x="48506" y="100494"/>
            <a:ext cx="12123174" cy="654154"/>
            <a:chOff x="48506" y="100494"/>
            <a:chExt cx="12123174" cy="654154"/>
          </a:xfrm>
        </p:grpSpPr>
        <p:sp>
          <p:nvSpPr>
            <p:cNvPr id="13" name="Rectangle: Top Corners Rounded 12">
              <a:extLst>
                <a:ext uri="{FF2B5EF4-FFF2-40B4-BE49-F238E27FC236}">
                  <a16:creationId xmlns:a16="http://schemas.microsoft.com/office/drawing/2014/main" id="{75100FDC-6803-01F7-C3BC-9725457EAEA9}"/>
                </a:ext>
              </a:extLst>
            </p:cNvPr>
            <p:cNvSpPr/>
            <p:nvPr/>
          </p:nvSpPr>
          <p:spPr>
            <a:xfrm>
              <a:off x="48506" y="149586"/>
              <a:ext cx="1227539" cy="596386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Project Overview</a:t>
              </a:r>
            </a:p>
          </p:txBody>
        </p:sp>
        <p:sp>
          <p:nvSpPr>
            <p:cNvPr id="15" name="Rectangle: Top Corners Rounded 14">
              <a:extLst>
                <a:ext uri="{FF2B5EF4-FFF2-40B4-BE49-F238E27FC236}">
                  <a16:creationId xmlns:a16="http://schemas.microsoft.com/office/drawing/2014/main" id="{9928B4EB-0FBE-B355-B331-84ED6FEFD4C9}"/>
                </a:ext>
              </a:extLst>
            </p:cNvPr>
            <p:cNvSpPr/>
            <p:nvPr/>
          </p:nvSpPr>
          <p:spPr>
            <a:xfrm>
              <a:off x="1306340" y="119330"/>
              <a:ext cx="1455202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Problem Statement</a:t>
              </a:r>
            </a:p>
          </p:txBody>
        </p:sp>
        <p:sp>
          <p:nvSpPr>
            <p:cNvPr id="17" name="Rectangle: Top Corners Rounded 16">
              <a:extLst>
                <a:ext uri="{FF2B5EF4-FFF2-40B4-BE49-F238E27FC236}">
                  <a16:creationId xmlns:a16="http://schemas.microsoft.com/office/drawing/2014/main" id="{BF0F5738-9E7C-FE4D-848D-E00A9AE1EDF3}"/>
                </a:ext>
              </a:extLst>
            </p:cNvPr>
            <p:cNvSpPr/>
            <p:nvPr/>
          </p:nvSpPr>
          <p:spPr>
            <a:xfrm>
              <a:off x="2795560" y="119330"/>
              <a:ext cx="1521532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System Architecture</a:t>
              </a:r>
            </a:p>
          </p:txBody>
        </p:sp>
        <p:sp>
          <p:nvSpPr>
            <p:cNvPr id="22" name="Rectangle: Top Corners Rounded 21">
              <a:extLst>
                <a:ext uri="{FF2B5EF4-FFF2-40B4-BE49-F238E27FC236}">
                  <a16:creationId xmlns:a16="http://schemas.microsoft.com/office/drawing/2014/main" id="{FD40B89D-3A0E-7680-2537-2AC674FBF58B}"/>
                </a:ext>
              </a:extLst>
            </p:cNvPr>
            <p:cNvSpPr/>
            <p:nvPr/>
          </p:nvSpPr>
          <p:spPr>
            <a:xfrm>
              <a:off x="7425767" y="103427"/>
              <a:ext cx="2074897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Tools &amp; Technologies Used</a:t>
              </a:r>
            </a:p>
          </p:txBody>
        </p:sp>
        <p:sp>
          <p:nvSpPr>
            <p:cNvPr id="23" name="Rectangle: Top Corners Rounded 22">
              <a:extLst>
                <a:ext uri="{FF2B5EF4-FFF2-40B4-BE49-F238E27FC236}">
                  <a16:creationId xmlns:a16="http://schemas.microsoft.com/office/drawing/2014/main" id="{53D95381-19C2-B428-BB85-76509CA78DEB}"/>
                </a:ext>
              </a:extLst>
            </p:cNvPr>
            <p:cNvSpPr/>
            <p:nvPr/>
          </p:nvSpPr>
          <p:spPr>
            <a:xfrm>
              <a:off x="4352265" y="110962"/>
              <a:ext cx="1795435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Roles &amp; Responsibilities</a:t>
              </a:r>
            </a:p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Rectangle: Top Corners Rounded 23">
              <a:extLst>
                <a:ext uri="{FF2B5EF4-FFF2-40B4-BE49-F238E27FC236}">
                  <a16:creationId xmlns:a16="http://schemas.microsoft.com/office/drawing/2014/main" id="{DCC676E4-679B-9930-C375-7938B6CD0885}"/>
                </a:ext>
              </a:extLst>
            </p:cNvPr>
            <p:cNvSpPr/>
            <p:nvPr/>
          </p:nvSpPr>
          <p:spPr>
            <a:xfrm>
              <a:off x="6181654" y="110962"/>
              <a:ext cx="1204537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Way Of Working</a:t>
              </a:r>
            </a:p>
          </p:txBody>
        </p:sp>
        <p:sp>
          <p:nvSpPr>
            <p:cNvPr id="25" name="Rectangle: Top Corners Rounded 24">
              <a:extLst>
                <a:ext uri="{FF2B5EF4-FFF2-40B4-BE49-F238E27FC236}">
                  <a16:creationId xmlns:a16="http://schemas.microsoft.com/office/drawing/2014/main" id="{36EE0AEF-C306-4DD6-2A25-99A6090D3CE6}"/>
                </a:ext>
              </a:extLst>
            </p:cNvPr>
            <p:cNvSpPr/>
            <p:nvPr/>
          </p:nvSpPr>
          <p:spPr>
            <a:xfrm>
              <a:off x="9540240" y="100494"/>
              <a:ext cx="1255118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Project Timeline</a:t>
              </a:r>
            </a:p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" name="Rectangle: Top Corners Rounded 25">
              <a:extLst>
                <a:ext uri="{FF2B5EF4-FFF2-40B4-BE49-F238E27FC236}">
                  <a16:creationId xmlns:a16="http://schemas.microsoft.com/office/drawing/2014/main" id="{E002F65B-2A87-F7E2-F038-046D63D0E4D4}"/>
                </a:ext>
              </a:extLst>
            </p:cNvPr>
            <p:cNvSpPr/>
            <p:nvPr/>
          </p:nvSpPr>
          <p:spPr>
            <a:xfrm>
              <a:off x="10834934" y="100802"/>
              <a:ext cx="1336746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rgbClr val="FF0000"/>
                  </a:solidFill>
                </a:rPr>
                <a:t>Testing &amp; Validation</a:t>
              </a:r>
            </a:p>
          </p:txBody>
        </p:sp>
      </p:grp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807318847"/>
              </p:ext>
            </p:extLst>
          </p:nvPr>
        </p:nvGraphicFramePr>
        <p:xfrm>
          <a:off x="1950098" y="1839190"/>
          <a:ext cx="8261601" cy="501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2571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A8F8A-EDF9-4762-A536-D6D281369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057DE-98D5-2E1A-FB53-2319F8B70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7" y="994330"/>
            <a:ext cx="12023532" cy="84486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B677AF-E56F-E677-4694-B6EC02149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5D39B-CB51-1D33-1D68-F4FF736F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22</a:t>
            </a:fld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81027C8-289A-EFB8-D41F-957440EF8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4080" y="2096793"/>
            <a:ext cx="10071249" cy="330891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a working BCM system for basic vehicle control.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CANFD and UDS for communication and diagnostics.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 in embedded systems and automotive protocols.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Followed a modular approach with good teamwork and planning.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reflects key skills needed in the automotive industry.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6F970C-CCF3-3188-382D-E975F2A96ACB}"/>
              </a:ext>
            </a:extLst>
          </p:cNvPr>
          <p:cNvGrpSpPr/>
          <p:nvPr/>
        </p:nvGrpSpPr>
        <p:grpSpPr>
          <a:xfrm>
            <a:off x="48506" y="100494"/>
            <a:ext cx="12123174" cy="654154"/>
            <a:chOff x="48506" y="100494"/>
            <a:chExt cx="12123174" cy="654154"/>
          </a:xfrm>
        </p:grpSpPr>
        <p:sp>
          <p:nvSpPr>
            <p:cNvPr id="12" name="Rectangle: Top Corners Rounded 11">
              <a:extLst>
                <a:ext uri="{FF2B5EF4-FFF2-40B4-BE49-F238E27FC236}">
                  <a16:creationId xmlns:a16="http://schemas.microsoft.com/office/drawing/2014/main" id="{2B8CF933-7D41-ECAF-B3AF-BFB01297F7FF}"/>
                </a:ext>
              </a:extLst>
            </p:cNvPr>
            <p:cNvSpPr/>
            <p:nvPr/>
          </p:nvSpPr>
          <p:spPr>
            <a:xfrm>
              <a:off x="48506" y="149586"/>
              <a:ext cx="1227539" cy="596386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Project Overview</a:t>
              </a:r>
            </a:p>
          </p:txBody>
        </p:sp>
        <p:sp>
          <p:nvSpPr>
            <p:cNvPr id="13" name="Rectangle: Top Corners Rounded 12">
              <a:extLst>
                <a:ext uri="{FF2B5EF4-FFF2-40B4-BE49-F238E27FC236}">
                  <a16:creationId xmlns:a16="http://schemas.microsoft.com/office/drawing/2014/main" id="{5A829A12-4F1B-973F-0600-D1F716781FAE}"/>
                </a:ext>
              </a:extLst>
            </p:cNvPr>
            <p:cNvSpPr/>
            <p:nvPr/>
          </p:nvSpPr>
          <p:spPr>
            <a:xfrm>
              <a:off x="1306340" y="119330"/>
              <a:ext cx="1455202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Problem Statement</a:t>
              </a:r>
            </a:p>
          </p:txBody>
        </p:sp>
        <p:sp>
          <p:nvSpPr>
            <p:cNvPr id="15" name="Rectangle: Top Corners Rounded 14">
              <a:extLst>
                <a:ext uri="{FF2B5EF4-FFF2-40B4-BE49-F238E27FC236}">
                  <a16:creationId xmlns:a16="http://schemas.microsoft.com/office/drawing/2014/main" id="{91AFD54C-E5F5-4C8C-25B7-2810473227E6}"/>
                </a:ext>
              </a:extLst>
            </p:cNvPr>
            <p:cNvSpPr/>
            <p:nvPr/>
          </p:nvSpPr>
          <p:spPr>
            <a:xfrm>
              <a:off x="2795560" y="119330"/>
              <a:ext cx="1521532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System Architecture</a:t>
              </a:r>
            </a:p>
          </p:txBody>
        </p:sp>
        <p:sp>
          <p:nvSpPr>
            <p:cNvPr id="17" name="Rectangle: Top Corners Rounded 16">
              <a:extLst>
                <a:ext uri="{FF2B5EF4-FFF2-40B4-BE49-F238E27FC236}">
                  <a16:creationId xmlns:a16="http://schemas.microsoft.com/office/drawing/2014/main" id="{372E78AD-20D7-6E65-2F75-DCBA7D4CDCB0}"/>
                </a:ext>
              </a:extLst>
            </p:cNvPr>
            <p:cNvSpPr/>
            <p:nvPr/>
          </p:nvSpPr>
          <p:spPr>
            <a:xfrm>
              <a:off x="7415607" y="103427"/>
              <a:ext cx="2074897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Tools &amp; Technologies Used</a:t>
              </a:r>
            </a:p>
          </p:txBody>
        </p:sp>
        <p:sp>
          <p:nvSpPr>
            <p:cNvPr id="20" name="Rectangle: Top Corners Rounded 19">
              <a:extLst>
                <a:ext uri="{FF2B5EF4-FFF2-40B4-BE49-F238E27FC236}">
                  <a16:creationId xmlns:a16="http://schemas.microsoft.com/office/drawing/2014/main" id="{083E1725-4E6C-DEC6-A808-B7948F7209E4}"/>
                </a:ext>
              </a:extLst>
            </p:cNvPr>
            <p:cNvSpPr/>
            <p:nvPr/>
          </p:nvSpPr>
          <p:spPr>
            <a:xfrm>
              <a:off x="4352265" y="110962"/>
              <a:ext cx="1795435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Roles &amp; Responsibilities</a:t>
              </a:r>
            </a:p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2" name="Rectangle: Top Corners Rounded 21">
              <a:extLst>
                <a:ext uri="{FF2B5EF4-FFF2-40B4-BE49-F238E27FC236}">
                  <a16:creationId xmlns:a16="http://schemas.microsoft.com/office/drawing/2014/main" id="{D4F380BB-E701-51E1-B514-036267D8A2FF}"/>
                </a:ext>
              </a:extLst>
            </p:cNvPr>
            <p:cNvSpPr/>
            <p:nvPr/>
          </p:nvSpPr>
          <p:spPr>
            <a:xfrm>
              <a:off x="6181654" y="110962"/>
              <a:ext cx="1204537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Way Of Working</a:t>
              </a:r>
            </a:p>
          </p:txBody>
        </p:sp>
        <p:sp>
          <p:nvSpPr>
            <p:cNvPr id="23" name="Rectangle: Top Corners Rounded 22">
              <a:extLst>
                <a:ext uri="{FF2B5EF4-FFF2-40B4-BE49-F238E27FC236}">
                  <a16:creationId xmlns:a16="http://schemas.microsoft.com/office/drawing/2014/main" id="{12A5C59E-C83F-B8DD-654A-D23CD1F6EE5D}"/>
                </a:ext>
              </a:extLst>
            </p:cNvPr>
            <p:cNvSpPr/>
            <p:nvPr/>
          </p:nvSpPr>
          <p:spPr>
            <a:xfrm>
              <a:off x="9519920" y="100494"/>
              <a:ext cx="1255118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Project Timeline</a:t>
              </a:r>
            </a:p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Rectangle: Top Corners Rounded 23">
              <a:extLst>
                <a:ext uri="{FF2B5EF4-FFF2-40B4-BE49-F238E27FC236}">
                  <a16:creationId xmlns:a16="http://schemas.microsoft.com/office/drawing/2014/main" id="{2FF50E78-9A9C-1DAD-E701-09458289414F}"/>
                </a:ext>
              </a:extLst>
            </p:cNvPr>
            <p:cNvSpPr/>
            <p:nvPr/>
          </p:nvSpPr>
          <p:spPr>
            <a:xfrm>
              <a:off x="10834934" y="100802"/>
              <a:ext cx="1336746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rgbClr val="FF0000"/>
                  </a:solidFill>
                </a:rPr>
                <a:t>Testing &amp; Validation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2804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3AFCF-296E-DB5E-5A32-284BF2126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7EEA0-E195-CF2F-F275-CCFE32E4E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7" y="994330"/>
            <a:ext cx="12023532" cy="84486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8D549-E958-7A17-D063-75282EE26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5242B-C598-C138-51F1-372EDDC7C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E82F-AB3F-48CD-864C-89ACCF5B33E1}" type="slidenum">
              <a:rPr lang="en-IN" smtClean="0"/>
              <a:t>23</a:t>
            </a:fld>
            <a:endParaRPr lang="en-IN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4B89707-74E1-B031-B8E5-115D999E8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9426" y="1757726"/>
            <a:ext cx="10600734" cy="399115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 BCM to control additional features like HVAC, mirrors, and seat motors.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remote diagnostics using wireless or cloud-based access.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OTA (Over-the-Air) update support for firmware upgrades.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cybersecurity features for secure UDS communication.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Simulate a full vehicle network using tools like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CANoe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Vector VT System.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for early fault prediction and health monitoring.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FE1421F-0AD3-7E4E-739D-DBDBB6965B5C}"/>
              </a:ext>
            </a:extLst>
          </p:cNvPr>
          <p:cNvGrpSpPr/>
          <p:nvPr/>
        </p:nvGrpSpPr>
        <p:grpSpPr>
          <a:xfrm>
            <a:off x="48506" y="100494"/>
            <a:ext cx="12123174" cy="654154"/>
            <a:chOff x="48506" y="100494"/>
            <a:chExt cx="12123174" cy="654154"/>
          </a:xfrm>
        </p:grpSpPr>
        <p:sp>
          <p:nvSpPr>
            <p:cNvPr id="12" name="Rectangle: Top Corners Rounded 11">
              <a:extLst>
                <a:ext uri="{FF2B5EF4-FFF2-40B4-BE49-F238E27FC236}">
                  <a16:creationId xmlns:a16="http://schemas.microsoft.com/office/drawing/2014/main" id="{0804C464-1521-91BB-8D7F-2B37E9DC78CB}"/>
                </a:ext>
              </a:extLst>
            </p:cNvPr>
            <p:cNvSpPr/>
            <p:nvPr/>
          </p:nvSpPr>
          <p:spPr>
            <a:xfrm>
              <a:off x="48506" y="149586"/>
              <a:ext cx="1227539" cy="596386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Project Overview</a:t>
              </a:r>
            </a:p>
          </p:txBody>
        </p:sp>
        <p:sp>
          <p:nvSpPr>
            <p:cNvPr id="13" name="Rectangle: Top Corners Rounded 12">
              <a:extLst>
                <a:ext uri="{FF2B5EF4-FFF2-40B4-BE49-F238E27FC236}">
                  <a16:creationId xmlns:a16="http://schemas.microsoft.com/office/drawing/2014/main" id="{9EAA60F5-3ED8-AC2E-E8BB-78EFC9F74E4C}"/>
                </a:ext>
              </a:extLst>
            </p:cNvPr>
            <p:cNvSpPr/>
            <p:nvPr/>
          </p:nvSpPr>
          <p:spPr>
            <a:xfrm>
              <a:off x="1306340" y="119330"/>
              <a:ext cx="1455202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Problem Statement</a:t>
              </a:r>
            </a:p>
          </p:txBody>
        </p:sp>
        <p:sp>
          <p:nvSpPr>
            <p:cNvPr id="15" name="Rectangle: Top Corners Rounded 14">
              <a:extLst>
                <a:ext uri="{FF2B5EF4-FFF2-40B4-BE49-F238E27FC236}">
                  <a16:creationId xmlns:a16="http://schemas.microsoft.com/office/drawing/2014/main" id="{160EEC25-B07B-B5D4-2321-EE5EE3C41C51}"/>
                </a:ext>
              </a:extLst>
            </p:cNvPr>
            <p:cNvSpPr/>
            <p:nvPr/>
          </p:nvSpPr>
          <p:spPr>
            <a:xfrm>
              <a:off x="2795560" y="119330"/>
              <a:ext cx="1521532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System Architecture</a:t>
              </a:r>
            </a:p>
          </p:txBody>
        </p:sp>
        <p:sp>
          <p:nvSpPr>
            <p:cNvPr id="17" name="Rectangle: Top Corners Rounded 16">
              <a:extLst>
                <a:ext uri="{FF2B5EF4-FFF2-40B4-BE49-F238E27FC236}">
                  <a16:creationId xmlns:a16="http://schemas.microsoft.com/office/drawing/2014/main" id="{611BEF46-F8FE-C18C-4565-6DA91416599C}"/>
                </a:ext>
              </a:extLst>
            </p:cNvPr>
            <p:cNvSpPr/>
            <p:nvPr/>
          </p:nvSpPr>
          <p:spPr>
            <a:xfrm>
              <a:off x="7415607" y="103427"/>
              <a:ext cx="2074897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Tools &amp; Technologies Used</a:t>
              </a:r>
            </a:p>
          </p:txBody>
        </p:sp>
        <p:sp>
          <p:nvSpPr>
            <p:cNvPr id="20" name="Rectangle: Top Corners Rounded 19">
              <a:extLst>
                <a:ext uri="{FF2B5EF4-FFF2-40B4-BE49-F238E27FC236}">
                  <a16:creationId xmlns:a16="http://schemas.microsoft.com/office/drawing/2014/main" id="{6A003A9E-E267-8FDD-42C2-5AD5A26E656B}"/>
                </a:ext>
              </a:extLst>
            </p:cNvPr>
            <p:cNvSpPr/>
            <p:nvPr/>
          </p:nvSpPr>
          <p:spPr>
            <a:xfrm>
              <a:off x="4352265" y="110962"/>
              <a:ext cx="1795435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Roles &amp; Responsibilities</a:t>
              </a:r>
            </a:p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2" name="Rectangle: Top Corners Rounded 21">
              <a:extLst>
                <a:ext uri="{FF2B5EF4-FFF2-40B4-BE49-F238E27FC236}">
                  <a16:creationId xmlns:a16="http://schemas.microsoft.com/office/drawing/2014/main" id="{E4016A5B-6376-B247-C3E5-913902FBC3A6}"/>
                </a:ext>
              </a:extLst>
            </p:cNvPr>
            <p:cNvSpPr/>
            <p:nvPr/>
          </p:nvSpPr>
          <p:spPr>
            <a:xfrm>
              <a:off x="6181654" y="110962"/>
              <a:ext cx="1204537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Way Of Working</a:t>
              </a:r>
            </a:p>
          </p:txBody>
        </p:sp>
        <p:sp>
          <p:nvSpPr>
            <p:cNvPr id="23" name="Rectangle: Top Corners Rounded 22">
              <a:extLst>
                <a:ext uri="{FF2B5EF4-FFF2-40B4-BE49-F238E27FC236}">
                  <a16:creationId xmlns:a16="http://schemas.microsoft.com/office/drawing/2014/main" id="{038E6C65-F510-A364-2611-4A2152BC0332}"/>
                </a:ext>
              </a:extLst>
            </p:cNvPr>
            <p:cNvSpPr/>
            <p:nvPr/>
          </p:nvSpPr>
          <p:spPr>
            <a:xfrm>
              <a:off x="9519920" y="100494"/>
              <a:ext cx="1255118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IN" dirty="0">
                  <a:solidFill>
                    <a:schemeClr val="bg1">
                      <a:lumMod val="50000"/>
                    </a:schemeClr>
                  </a:solidFill>
                </a:rPr>
                <a:t>Project Timeline</a:t>
              </a:r>
            </a:p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Rectangle: Top Corners Rounded 23">
              <a:extLst>
                <a:ext uri="{FF2B5EF4-FFF2-40B4-BE49-F238E27FC236}">
                  <a16:creationId xmlns:a16="http://schemas.microsoft.com/office/drawing/2014/main" id="{58365036-45BD-500D-8861-301DD2DB3DB4}"/>
                </a:ext>
              </a:extLst>
            </p:cNvPr>
            <p:cNvSpPr/>
            <p:nvPr/>
          </p:nvSpPr>
          <p:spPr>
            <a:xfrm>
              <a:off x="10834934" y="100802"/>
              <a:ext cx="1336746" cy="635318"/>
            </a:xfrm>
            <a:prstGeom prst="round2SameRect">
              <a:avLst>
                <a:gd name="adj1" fmla="val 44524"/>
                <a:gd name="adj2" fmla="val 0"/>
              </a:avLst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rgbClr val="FF0000"/>
                  </a:solidFill>
                </a:rPr>
                <a:t>Testing &amp; Validation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044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3138</TotalTime>
  <Words>1264</Words>
  <Application>Microsoft Office PowerPoint</Application>
  <PresentationFormat>Widescreen</PresentationFormat>
  <Paragraphs>305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Bookman Old Style</vt:lpstr>
      <vt:lpstr>Calibri</vt:lpstr>
      <vt:lpstr>Times New Roman</vt:lpstr>
      <vt:lpstr>Wingdings</vt:lpstr>
      <vt:lpstr>Office Theme</vt:lpstr>
      <vt:lpstr>Title: Body Control Module (BCM) with Basic OBD support (UDS)</vt:lpstr>
      <vt:lpstr>Outline of the Presentation</vt:lpstr>
      <vt:lpstr>Team Roles &amp; Structure</vt:lpstr>
      <vt:lpstr>SUMMARY (EMBEDDE AND DIAGNOSTIC TEAM)</vt:lpstr>
      <vt:lpstr>SUMMARY (EMBEDDE AND DIAGNOSTIC TEAM)</vt:lpstr>
      <vt:lpstr>PLAN (EMBEDDE AND DIAGNOSTIC TEAM)</vt:lpstr>
      <vt:lpstr>PLAN (EMBEDDE AND DIAGNOSTIC TEAM)</vt:lpstr>
      <vt:lpstr>SUMMARY (SOFTWARE AND APPLICATION TEAM)</vt:lpstr>
      <vt:lpstr>PLAN (SOFTWARE AND APPLICATION TEAM)</vt:lpstr>
      <vt:lpstr>SUMMARY (PLANNING AND DOCUMENTATION)</vt:lpstr>
      <vt:lpstr>PLAN (PLANNING AND DOCUMENTATION)</vt:lpstr>
      <vt:lpstr>SUMMARY</vt:lpstr>
      <vt:lpstr>Thank You</vt:lpstr>
      <vt:lpstr>System Architecture</vt:lpstr>
      <vt:lpstr>Roles &amp; Responsibilities</vt:lpstr>
      <vt:lpstr>Way Of Working</vt:lpstr>
      <vt:lpstr>Tools &amp; Technologies Used</vt:lpstr>
      <vt:lpstr>Tools &amp; Technologies Used</vt:lpstr>
      <vt:lpstr>Project Timeline</vt:lpstr>
      <vt:lpstr>Project Timeline</vt:lpstr>
      <vt:lpstr>Testing &amp; Validation</vt:lpstr>
      <vt:lpstr>Conclusion</vt:lpstr>
      <vt:lpstr>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Yatin Diwakar</dc:creator>
  <cp:lastModifiedBy>Chitra P S</cp:lastModifiedBy>
  <cp:revision>11</cp:revision>
  <dcterms:created xsi:type="dcterms:W3CDTF">2018-04-21T10:07:11Z</dcterms:created>
  <dcterms:modified xsi:type="dcterms:W3CDTF">2025-05-15T15:43:13Z</dcterms:modified>
</cp:coreProperties>
</file>